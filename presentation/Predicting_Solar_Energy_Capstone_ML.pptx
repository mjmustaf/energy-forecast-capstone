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2" r:id="rId6"/>
    <p:sldId id="264" r:id="rId7"/>
    <p:sldId id="260" r:id="rId8"/>
    <p:sldId id="261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7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2792" y="1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ata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svg"/><Relationship Id="rId1" Type="http://schemas.openxmlformats.org/officeDocument/2006/relationships/image" Target="../media/image2.png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diagrams/_rels/drawing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sv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svg"/><Relationship Id="rId1" Type="http://schemas.openxmlformats.org/officeDocument/2006/relationships/image" Target="../media/image12.png"/><Relationship Id="rId6" Type="http://schemas.openxmlformats.org/officeDocument/2006/relationships/image" Target="../media/image17.svg"/><Relationship Id="rId5" Type="http://schemas.openxmlformats.org/officeDocument/2006/relationships/image" Target="../media/image16.png"/><Relationship Id="rId4" Type="http://schemas.openxmlformats.org/officeDocument/2006/relationships/image" Target="../media/image15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6_2">
  <dgm:title val=""/>
  <dgm:desc val=""/>
  <dgm:catLst>
    <dgm:cat type="accent6" pri="16200"/>
  </dgm:catLst>
  <dgm:styleLbl name="node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6"/>
    </dgm:fillClrLst>
    <dgm:linClrLst meth="repeat">
      <a:schemeClr val="accent6"/>
    </dgm:linClrLst>
    <dgm:effectClrLst/>
    <dgm:txLinClrLst/>
    <dgm:txFillClrLst/>
    <dgm:txEffectClrLst/>
  </dgm:styleLbl>
  <dgm:styleLbl name="lnNode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6"/>
    </dgm:fillClrLst>
    <dgm:linClrLst meth="repeat">
      <a:schemeClr val="accent6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6">
        <a:tint val="60000"/>
      </a:schemeClr>
    </dgm:fillClrLst>
    <dgm:linClrLst meth="repeat">
      <a:schemeClr val="accent6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6"/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/>
    </dgm:fillClrLst>
    <dgm:linClrLst meth="repeat">
      <a:schemeClr val="accent6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/>
    </dgm:fillClrLst>
    <dgm:linClrLst meth="repeat">
      <a:schemeClr val="accent6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6">
        <a:alpha val="90000"/>
        <a:tint val="40000"/>
      </a:schemeClr>
    </dgm:fillClrLst>
    <dgm:linClrLst meth="repeat">
      <a:schemeClr val="accent6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6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6">
        <a:shade val="8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6">
        <a:tint val="50000"/>
        <a:alpha val="40000"/>
      </a:schemeClr>
    </dgm:fillClrLst>
    <dgm:linClrLst meth="repeat">
      <a:schemeClr val="accent6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6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E90C16B-01F4-4D01-A8AA-52160780B13A}" type="doc">
      <dgm:prSet loTypeId="urn:microsoft.com/office/officeart/2005/8/layout/default" loCatId="list" qsTypeId="urn:microsoft.com/office/officeart/2005/8/quickstyle/simple4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431FE97C-4D68-43C9-A9AD-30E93E152294}">
      <dgm:prSet/>
      <dgm:spPr/>
      <dgm:t>
        <a:bodyPr/>
        <a:lstStyle/>
        <a:p>
          <a:r>
            <a:rPr lang="en-US"/>
            <a:t>Source: Kaggle - World Energy Consumption</a:t>
          </a:r>
        </a:p>
      </dgm:t>
    </dgm:pt>
    <dgm:pt modelId="{6830252B-C6F7-4C1C-9E6E-F57AD3420F2F}" type="parTrans" cxnId="{CA31F1E0-DA64-4EB8-903E-EBD8AFBE2042}">
      <dgm:prSet/>
      <dgm:spPr/>
      <dgm:t>
        <a:bodyPr/>
        <a:lstStyle/>
        <a:p>
          <a:endParaRPr lang="en-US"/>
        </a:p>
      </dgm:t>
    </dgm:pt>
    <dgm:pt modelId="{11F2B735-F61B-4670-A955-C99D58C2AA26}" type="sibTrans" cxnId="{CA31F1E0-DA64-4EB8-903E-EBD8AFBE2042}">
      <dgm:prSet/>
      <dgm:spPr/>
      <dgm:t>
        <a:bodyPr/>
        <a:lstStyle/>
        <a:p>
          <a:endParaRPr lang="en-US"/>
        </a:p>
      </dgm:t>
    </dgm:pt>
    <dgm:pt modelId="{B7AD4D65-2695-42FF-BA1F-66B58575D602}">
      <dgm:prSet/>
      <dgm:spPr/>
      <dgm:t>
        <a:bodyPr/>
        <a:lstStyle/>
        <a:p>
          <a:r>
            <a:rPr lang="en-US"/>
            <a:t>129 features per record, including GDP, energy production by type, population</a:t>
          </a:r>
        </a:p>
      </dgm:t>
    </dgm:pt>
    <dgm:pt modelId="{7A4DD026-E1CA-4905-BD52-D8FA47F64072}" type="parTrans" cxnId="{7D404D55-C0BD-48A9-AF6A-EE9B572E00C4}">
      <dgm:prSet/>
      <dgm:spPr/>
      <dgm:t>
        <a:bodyPr/>
        <a:lstStyle/>
        <a:p>
          <a:endParaRPr lang="en-US"/>
        </a:p>
      </dgm:t>
    </dgm:pt>
    <dgm:pt modelId="{F63A0198-4171-4B45-AFFA-AB0013A21551}" type="sibTrans" cxnId="{7D404D55-C0BD-48A9-AF6A-EE9B572E00C4}">
      <dgm:prSet/>
      <dgm:spPr/>
      <dgm:t>
        <a:bodyPr/>
        <a:lstStyle/>
        <a:p>
          <a:endParaRPr lang="en-US"/>
        </a:p>
      </dgm:t>
    </dgm:pt>
    <dgm:pt modelId="{3AC89791-B715-4C8A-9C2F-30AA7918B3F0}">
      <dgm:prSet/>
      <dgm:spPr/>
      <dgm:t>
        <a:bodyPr/>
        <a:lstStyle/>
        <a:p>
          <a:r>
            <a:rPr lang="en-US"/>
            <a:t>~22,000 country-year records</a:t>
          </a:r>
        </a:p>
      </dgm:t>
    </dgm:pt>
    <dgm:pt modelId="{46D905AC-33F1-45BF-A8D6-29A53FDCE281}" type="parTrans" cxnId="{A2819943-8267-4492-B91E-CFE95D7E3705}">
      <dgm:prSet/>
      <dgm:spPr/>
      <dgm:t>
        <a:bodyPr/>
        <a:lstStyle/>
        <a:p>
          <a:endParaRPr lang="en-US"/>
        </a:p>
      </dgm:t>
    </dgm:pt>
    <dgm:pt modelId="{6AE85A41-C72C-4A5F-80EA-DA08D182514D}" type="sibTrans" cxnId="{A2819943-8267-4492-B91E-CFE95D7E3705}">
      <dgm:prSet/>
      <dgm:spPr/>
      <dgm:t>
        <a:bodyPr/>
        <a:lstStyle/>
        <a:p>
          <a:endParaRPr lang="en-US"/>
        </a:p>
      </dgm:t>
    </dgm:pt>
    <dgm:pt modelId="{DE83C3A5-5D3A-440F-83E3-6D7136465224}">
      <dgm:prSet/>
      <dgm:spPr/>
      <dgm:t>
        <a:bodyPr/>
        <a:lstStyle/>
        <a:p>
          <a:r>
            <a:rPr lang="en-US"/>
            <a:t>Target variable: solar energy consumption (TWh)</a:t>
          </a:r>
        </a:p>
      </dgm:t>
    </dgm:pt>
    <dgm:pt modelId="{D68DA3DD-3806-4655-9113-63AC27C8A619}" type="parTrans" cxnId="{F8271B96-3E11-47DE-8098-D981C26EFD7F}">
      <dgm:prSet/>
      <dgm:spPr/>
      <dgm:t>
        <a:bodyPr/>
        <a:lstStyle/>
        <a:p>
          <a:endParaRPr lang="en-US"/>
        </a:p>
      </dgm:t>
    </dgm:pt>
    <dgm:pt modelId="{7B77DFFA-D917-457F-90C3-42CE9D5C0095}" type="sibTrans" cxnId="{F8271B96-3E11-47DE-8098-D981C26EFD7F}">
      <dgm:prSet/>
      <dgm:spPr/>
      <dgm:t>
        <a:bodyPr/>
        <a:lstStyle/>
        <a:p>
          <a:endParaRPr lang="en-US"/>
        </a:p>
      </dgm:t>
    </dgm:pt>
    <dgm:pt modelId="{DBAE06BB-3F78-B44F-96E6-49BC3F60340D}" type="pres">
      <dgm:prSet presAssocID="{8E90C16B-01F4-4D01-A8AA-52160780B13A}" presName="diagram" presStyleCnt="0">
        <dgm:presLayoutVars>
          <dgm:dir/>
          <dgm:resizeHandles val="exact"/>
        </dgm:presLayoutVars>
      </dgm:prSet>
      <dgm:spPr/>
    </dgm:pt>
    <dgm:pt modelId="{59BCF6A1-1785-4446-98D5-B0D6C10CAC17}" type="pres">
      <dgm:prSet presAssocID="{431FE97C-4D68-43C9-A9AD-30E93E152294}" presName="node" presStyleLbl="node1" presStyleIdx="0" presStyleCnt="4">
        <dgm:presLayoutVars>
          <dgm:bulletEnabled val="1"/>
        </dgm:presLayoutVars>
      </dgm:prSet>
      <dgm:spPr/>
    </dgm:pt>
    <dgm:pt modelId="{96BA6886-1139-B64C-BD93-E69651906FF0}" type="pres">
      <dgm:prSet presAssocID="{11F2B735-F61B-4670-A955-C99D58C2AA26}" presName="sibTrans" presStyleCnt="0"/>
      <dgm:spPr/>
    </dgm:pt>
    <dgm:pt modelId="{AD343A91-4D93-B842-B4CC-630788DB1390}" type="pres">
      <dgm:prSet presAssocID="{B7AD4D65-2695-42FF-BA1F-66B58575D602}" presName="node" presStyleLbl="node1" presStyleIdx="1" presStyleCnt="4">
        <dgm:presLayoutVars>
          <dgm:bulletEnabled val="1"/>
        </dgm:presLayoutVars>
      </dgm:prSet>
      <dgm:spPr/>
    </dgm:pt>
    <dgm:pt modelId="{581BA814-46DE-3E4F-9D8D-962CEC8AD194}" type="pres">
      <dgm:prSet presAssocID="{F63A0198-4171-4B45-AFFA-AB0013A21551}" presName="sibTrans" presStyleCnt="0"/>
      <dgm:spPr/>
    </dgm:pt>
    <dgm:pt modelId="{322C62CE-56C7-9340-B536-B89C25531D36}" type="pres">
      <dgm:prSet presAssocID="{3AC89791-B715-4C8A-9C2F-30AA7918B3F0}" presName="node" presStyleLbl="node1" presStyleIdx="2" presStyleCnt="4">
        <dgm:presLayoutVars>
          <dgm:bulletEnabled val="1"/>
        </dgm:presLayoutVars>
      </dgm:prSet>
      <dgm:spPr/>
    </dgm:pt>
    <dgm:pt modelId="{AC15DD09-2228-424E-B30A-3DCD81A68198}" type="pres">
      <dgm:prSet presAssocID="{6AE85A41-C72C-4A5F-80EA-DA08D182514D}" presName="sibTrans" presStyleCnt="0"/>
      <dgm:spPr/>
    </dgm:pt>
    <dgm:pt modelId="{E071F8BF-368C-504B-9F75-E42DF043E710}" type="pres">
      <dgm:prSet presAssocID="{DE83C3A5-5D3A-440F-83E3-6D7136465224}" presName="node" presStyleLbl="node1" presStyleIdx="3" presStyleCnt="4">
        <dgm:presLayoutVars>
          <dgm:bulletEnabled val="1"/>
        </dgm:presLayoutVars>
      </dgm:prSet>
      <dgm:spPr/>
    </dgm:pt>
  </dgm:ptLst>
  <dgm:cxnLst>
    <dgm:cxn modelId="{D5A0972A-2599-264E-BF45-3B5F64FAA36A}" type="presOf" srcId="{3AC89791-B715-4C8A-9C2F-30AA7918B3F0}" destId="{322C62CE-56C7-9340-B536-B89C25531D36}" srcOrd="0" destOrd="0" presId="urn:microsoft.com/office/officeart/2005/8/layout/default"/>
    <dgm:cxn modelId="{A2819943-8267-4492-B91E-CFE95D7E3705}" srcId="{8E90C16B-01F4-4D01-A8AA-52160780B13A}" destId="{3AC89791-B715-4C8A-9C2F-30AA7918B3F0}" srcOrd="2" destOrd="0" parTransId="{46D905AC-33F1-45BF-A8D6-29A53FDCE281}" sibTransId="{6AE85A41-C72C-4A5F-80EA-DA08D182514D}"/>
    <dgm:cxn modelId="{7D404D55-C0BD-48A9-AF6A-EE9B572E00C4}" srcId="{8E90C16B-01F4-4D01-A8AA-52160780B13A}" destId="{B7AD4D65-2695-42FF-BA1F-66B58575D602}" srcOrd="1" destOrd="0" parTransId="{7A4DD026-E1CA-4905-BD52-D8FA47F64072}" sibTransId="{F63A0198-4171-4B45-AFFA-AB0013A21551}"/>
    <dgm:cxn modelId="{E5EEF287-3CC1-B048-9AAA-1BD7A40AF62D}" type="presOf" srcId="{431FE97C-4D68-43C9-A9AD-30E93E152294}" destId="{59BCF6A1-1785-4446-98D5-B0D6C10CAC17}" srcOrd="0" destOrd="0" presId="urn:microsoft.com/office/officeart/2005/8/layout/default"/>
    <dgm:cxn modelId="{FBCB5091-D163-C845-81A9-73C061D96BDF}" type="presOf" srcId="{8E90C16B-01F4-4D01-A8AA-52160780B13A}" destId="{DBAE06BB-3F78-B44F-96E6-49BC3F60340D}" srcOrd="0" destOrd="0" presId="urn:microsoft.com/office/officeart/2005/8/layout/default"/>
    <dgm:cxn modelId="{F8271B96-3E11-47DE-8098-D981C26EFD7F}" srcId="{8E90C16B-01F4-4D01-A8AA-52160780B13A}" destId="{DE83C3A5-5D3A-440F-83E3-6D7136465224}" srcOrd="3" destOrd="0" parTransId="{D68DA3DD-3806-4655-9113-63AC27C8A619}" sibTransId="{7B77DFFA-D917-457F-90C3-42CE9D5C0095}"/>
    <dgm:cxn modelId="{77DE12A0-1735-7049-A8FB-139B72C4B272}" type="presOf" srcId="{DE83C3A5-5D3A-440F-83E3-6D7136465224}" destId="{E071F8BF-368C-504B-9F75-E42DF043E710}" srcOrd="0" destOrd="0" presId="urn:microsoft.com/office/officeart/2005/8/layout/default"/>
    <dgm:cxn modelId="{9ECF0BA3-8829-474C-B40D-8959DA8331A0}" type="presOf" srcId="{B7AD4D65-2695-42FF-BA1F-66B58575D602}" destId="{AD343A91-4D93-B842-B4CC-630788DB1390}" srcOrd="0" destOrd="0" presId="urn:microsoft.com/office/officeart/2005/8/layout/default"/>
    <dgm:cxn modelId="{CA31F1E0-DA64-4EB8-903E-EBD8AFBE2042}" srcId="{8E90C16B-01F4-4D01-A8AA-52160780B13A}" destId="{431FE97C-4D68-43C9-A9AD-30E93E152294}" srcOrd="0" destOrd="0" parTransId="{6830252B-C6F7-4C1C-9E6E-F57AD3420F2F}" sibTransId="{11F2B735-F61B-4670-A955-C99D58C2AA26}"/>
    <dgm:cxn modelId="{09D15D6D-8ECB-0E4B-8200-42B3E7B4E852}" type="presParOf" srcId="{DBAE06BB-3F78-B44F-96E6-49BC3F60340D}" destId="{59BCF6A1-1785-4446-98D5-B0D6C10CAC17}" srcOrd="0" destOrd="0" presId="urn:microsoft.com/office/officeart/2005/8/layout/default"/>
    <dgm:cxn modelId="{8A171048-4008-D942-BBE5-5F7F6CBC9DC0}" type="presParOf" srcId="{DBAE06BB-3F78-B44F-96E6-49BC3F60340D}" destId="{96BA6886-1139-B64C-BD93-E69651906FF0}" srcOrd="1" destOrd="0" presId="urn:microsoft.com/office/officeart/2005/8/layout/default"/>
    <dgm:cxn modelId="{9D9EDA19-0A5D-8149-A25C-8D9AE885B05B}" type="presParOf" srcId="{DBAE06BB-3F78-B44F-96E6-49BC3F60340D}" destId="{AD343A91-4D93-B842-B4CC-630788DB1390}" srcOrd="2" destOrd="0" presId="urn:microsoft.com/office/officeart/2005/8/layout/default"/>
    <dgm:cxn modelId="{579C187A-F707-F046-9380-BBC5B0032B34}" type="presParOf" srcId="{DBAE06BB-3F78-B44F-96E6-49BC3F60340D}" destId="{581BA814-46DE-3E4F-9D8D-962CEC8AD194}" srcOrd="3" destOrd="0" presId="urn:microsoft.com/office/officeart/2005/8/layout/default"/>
    <dgm:cxn modelId="{879B8228-03DD-B540-871B-A44CFACF41F0}" type="presParOf" srcId="{DBAE06BB-3F78-B44F-96E6-49BC3F60340D}" destId="{322C62CE-56C7-9340-B536-B89C25531D36}" srcOrd="4" destOrd="0" presId="urn:microsoft.com/office/officeart/2005/8/layout/default"/>
    <dgm:cxn modelId="{AE0A5E4B-152B-6340-8DF1-3FC17F79292B}" type="presParOf" srcId="{DBAE06BB-3F78-B44F-96E6-49BC3F60340D}" destId="{AC15DD09-2228-424E-B30A-3DCD81A68198}" srcOrd="5" destOrd="0" presId="urn:microsoft.com/office/officeart/2005/8/layout/default"/>
    <dgm:cxn modelId="{F6FE8A30-2013-7D4D-BBD3-E260EF3289C3}" type="presParOf" srcId="{DBAE06BB-3F78-B44F-96E6-49BC3F60340D}" destId="{E071F8BF-368C-504B-9F75-E42DF043E710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65C53E24-A19E-4684-8CF8-A22DAE1A54E3}" type="doc">
      <dgm:prSet loTypeId="urn:microsoft.com/office/officeart/2018/2/layout/IconCircleList" loCatId="icon" qsTypeId="urn:microsoft.com/office/officeart/2005/8/quickstyle/simple1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312E2E9B-1034-4893-9FFE-759111176561}">
      <dgm:prSet/>
      <dgm:spPr/>
      <dgm:t>
        <a:bodyPr/>
        <a:lstStyle/>
        <a:p>
          <a:r>
            <a:rPr lang="en-US"/>
            <a:t>Data cleaning: Removed null-heavy columns</a:t>
          </a:r>
        </a:p>
      </dgm:t>
    </dgm:pt>
    <dgm:pt modelId="{A760AA0E-BF56-4DD9-BFD9-A8C4CD61183D}" type="parTrans" cxnId="{A94C9E03-7557-4DB8-AA97-A2576E89D83E}">
      <dgm:prSet/>
      <dgm:spPr/>
      <dgm:t>
        <a:bodyPr/>
        <a:lstStyle/>
        <a:p>
          <a:endParaRPr lang="en-US"/>
        </a:p>
      </dgm:t>
    </dgm:pt>
    <dgm:pt modelId="{12B4CFB0-436F-432F-9DFE-75C0185BE6CC}" type="sibTrans" cxnId="{A94C9E03-7557-4DB8-AA97-A2576E89D83E}">
      <dgm:prSet/>
      <dgm:spPr/>
      <dgm:t>
        <a:bodyPr/>
        <a:lstStyle/>
        <a:p>
          <a:endParaRPr lang="en-US"/>
        </a:p>
      </dgm:t>
    </dgm:pt>
    <dgm:pt modelId="{6F7A2CA7-28E9-4FFC-ABB5-F081C6223FDF}">
      <dgm:prSet/>
      <dgm:spPr/>
      <dgm:t>
        <a:bodyPr/>
        <a:lstStyle/>
        <a:p>
          <a:r>
            <a:rPr lang="en-US"/>
            <a:t>Feature engineering: GDP per capita, solar per million people</a:t>
          </a:r>
        </a:p>
      </dgm:t>
    </dgm:pt>
    <dgm:pt modelId="{27C17856-FE21-46C8-9894-B621BE497E6D}" type="parTrans" cxnId="{E7D18C3D-2D75-462E-AD43-1F6CFF84BF57}">
      <dgm:prSet/>
      <dgm:spPr/>
      <dgm:t>
        <a:bodyPr/>
        <a:lstStyle/>
        <a:p>
          <a:endParaRPr lang="en-US"/>
        </a:p>
      </dgm:t>
    </dgm:pt>
    <dgm:pt modelId="{79E01D59-FF49-45D1-8AD5-2223150CF9C3}" type="sibTrans" cxnId="{E7D18C3D-2D75-462E-AD43-1F6CFF84BF57}">
      <dgm:prSet/>
      <dgm:spPr/>
      <dgm:t>
        <a:bodyPr/>
        <a:lstStyle/>
        <a:p>
          <a:endParaRPr lang="en-US"/>
        </a:p>
      </dgm:t>
    </dgm:pt>
    <dgm:pt modelId="{4F4DFB91-07A4-4E10-A38D-F60EC2A993A1}">
      <dgm:prSet/>
      <dgm:spPr/>
      <dgm:t>
        <a:bodyPr/>
        <a:lstStyle/>
        <a:p>
          <a:r>
            <a:rPr lang="en-US"/>
            <a:t>EDA: Correlation matrices, distribution analysis, time series</a:t>
          </a:r>
        </a:p>
      </dgm:t>
    </dgm:pt>
    <dgm:pt modelId="{C852F816-B091-4C51-8B38-68FFFAEAC9CC}" type="parTrans" cxnId="{15D3FDBC-C4F4-46D2-B425-813EE36EF8F9}">
      <dgm:prSet/>
      <dgm:spPr/>
      <dgm:t>
        <a:bodyPr/>
        <a:lstStyle/>
        <a:p>
          <a:endParaRPr lang="en-US"/>
        </a:p>
      </dgm:t>
    </dgm:pt>
    <dgm:pt modelId="{7A1851AB-3DB7-44E6-8F0A-4323D2D8D55D}" type="sibTrans" cxnId="{15D3FDBC-C4F4-46D2-B425-813EE36EF8F9}">
      <dgm:prSet/>
      <dgm:spPr/>
      <dgm:t>
        <a:bodyPr/>
        <a:lstStyle/>
        <a:p>
          <a:endParaRPr lang="en-US"/>
        </a:p>
      </dgm:t>
    </dgm:pt>
    <dgm:pt modelId="{C61B9DC0-8AA3-4683-AFB0-72E52C60EEC5}">
      <dgm:prSet/>
      <dgm:spPr/>
      <dgm:t>
        <a:bodyPr/>
        <a:lstStyle/>
        <a:p>
          <a:r>
            <a:rPr lang="en-US"/>
            <a:t>Modeling: Linear regression baseline</a:t>
          </a:r>
        </a:p>
      </dgm:t>
    </dgm:pt>
    <dgm:pt modelId="{9732F853-B3B3-49C1-9BB3-B0EEA658EDD6}" type="parTrans" cxnId="{50A57308-7226-439E-B036-19D7DF80D583}">
      <dgm:prSet/>
      <dgm:spPr/>
      <dgm:t>
        <a:bodyPr/>
        <a:lstStyle/>
        <a:p>
          <a:endParaRPr lang="en-US"/>
        </a:p>
      </dgm:t>
    </dgm:pt>
    <dgm:pt modelId="{95BF2E49-FE9A-4130-95C9-6976DD439124}" type="sibTrans" cxnId="{50A57308-7226-439E-B036-19D7DF80D583}">
      <dgm:prSet/>
      <dgm:spPr/>
      <dgm:t>
        <a:bodyPr/>
        <a:lstStyle/>
        <a:p>
          <a:endParaRPr lang="en-US"/>
        </a:p>
      </dgm:t>
    </dgm:pt>
    <dgm:pt modelId="{3EE386F4-88E7-4625-82F9-0F0DB58A9B3A}" type="pres">
      <dgm:prSet presAssocID="{65C53E24-A19E-4684-8CF8-A22DAE1A54E3}" presName="root" presStyleCnt="0">
        <dgm:presLayoutVars>
          <dgm:dir/>
          <dgm:resizeHandles val="exact"/>
        </dgm:presLayoutVars>
      </dgm:prSet>
      <dgm:spPr/>
    </dgm:pt>
    <dgm:pt modelId="{D82761E4-7928-4071-B309-1D81BF30C9C6}" type="pres">
      <dgm:prSet presAssocID="{65C53E24-A19E-4684-8CF8-A22DAE1A54E3}" presName="container" presStyleCnt="0">
        <dgm:presLayoutVars>
          <dgm:dir/>
          <dgm:resizeHandles val="exact"/>
        </dgm:presLayoutVars>
      </dgm:prSet>
      <dgm:spPr/>
    </dgm:pt>
    <dgm:pt modelId="{964406F7-8BEE-4537-92D6-D5BA753AF3D4}" type="pres">
      <dgm:prSet presAssocID="{312E2E9B-1034-4893-9FFE-759111176561}" presName="compNode" presStyleCnt="0"/>
      <dgm:spPr/>
    </dgm:pt>
    <dgm:pt modelId="{4231E33A-80CA-4ADF-944A-14A85B2C76E5}" type="pres">
      <dgm:prSet presAssocID="{312E2E9B-1034-4893-9FFE-759111176561}" presName="iconBgRect" presStyleLbl="bgShp" presStyleIdx="0" presStyleCnt="4"/>
      <dgm:spPr/>
    </dgm:pt>
    <dgm:pt modelId="{C7DBCFD6-687B-4274-BC2B-485E2CCC414A}" type="pres">
      <dgm:prSet presAssocID="{312E2E9B-1034-4893-9FFE-759111176561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ilter"/>
        </a:ext>
      </dgm:extLst>
    </dgm:pt>
    <dgm:pt modelId="{C39D8D2A-C621-46B9-A6D3-0B57FFB0FA99}" type="pres">
      <dgm:prSet presAssocID="{312E2E9B-1034-4893-9FFE-759111176561}" presName="spaceRect" presStyleCnt="0"/>
      <dgm:spPr/>
    </dgm:pt>
    <dgm:pt modelId="{869E1401-670D-455F-8CB4-AA876F1ED160}" type="pres">
      <dgm:prSet presAssocID="{312E2E9B-1034-4893-9FFE-759111176561}" presName="textRect" presStyleLbl="revTx" presStyleIdx="0" presStyleCnt="4">
        <dgm:presLayoutVars>
          <dgm:chMax val="1"/>
          <dgm:chPref val="1"/>
        </dgm:presLayoutVars>
      </dgm:prSet>
      <dgm:spPr/>
    </dgm:pt>
    <dgm:pt modelId="{997042BE-1C14-4DFE-B753-DB90CB7C2411}" type="pres">
      <dgm:prSet presAssocID="{12B4CFB0-436F-432F-9DFE-75C0185BE6CC}" presName="sibTrans" presStyleLbl="sibTrans2D1" presStyleIdx="0" presStyleCnt="0"/>
      <dgm:spPr/>
    </dgm:pt>
    <dgm:pt modelId="{33CD6363-1C55-4912-BF4B-3D0F76D33C08}" type="pres">
      <dgm:prSet presAssocID="{6F7A2CA7-28E9-4FFC-ABB5-F081C6223FDF}" presName="compNode" presStyleCnt="0"/>
      <dgm:spPr/>
    </dgm:pt>
    <dgm:pt modelId="{1AED57B2-5A42-4481-B00C-98527CA91744}" type="pres">
      <dgm:prSet presAssocID="{6F7A2CA7-28E9-4FFC-ABB5-F081C6223FDF}" presName="iconBgRect" presStyleLbl="bgShp" presStyleIdx="1" presStyleCnt="4"/>
      <dgm:spPr/>
    </dgm:pt>
    <dgm:pt modelId="{4E2176D0-0B52-4080-A6F2-2825755EC437}" type="pres">
      <dgm:prSet presAssocID="{6F7A2CA7-28E9-4FFC-ABB5-F081C6223FDF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arth Globe Americas"/>
        </a:ext>
      </dgm:extLst>
    </dgm:pt>
    <dgm:pt modelId="{F9E9FC75-4F02-4682-941A-8715869BCA7E}" type="pres">
      <dgm:prSet presAssocID="{6F7A2CA7-28E9-4FFC-ABB5-F081C6223FDF}" presName="spaceRect" presStyleCnt="0"/>
      <dgm:spPr/>
    </dgm:pt>
    <dgm:pt modelId="{72CDFC89-AF27-416C-8F92-FBD27FDA0669}" type="pres">
      <dgm:prSet presAssocID="{6F7A2CA7-28E9-4FFC-ABB5-F081C6223FDF}" presName="textRect" presStyleLbl="revTx" presStyleIdx="1" presStyleCnt="4">
        <dgm:presLayoutVars>
          <dgm:chMax val="1"/>
          <dgm:chPref val="1"/>
        </dgm:presLayoutVars>
      </dgm:prSet>
      <dgm:spPr/>
    </dgm:pt>
    <dgm:pt modelId="{5BBFA2D7-C690-410C-8240-D94202396395}" type="pres">
      <dgm:prSet presAssocID="{79E01D59-FF49-45D1-8AD5-2223150CF9C3}" presName="sibTrans" presStyleLbl="sibTrans2D1" presStyleIdx="0" presStyleCnt="0"/>
      <dgm:spPr/>
    </dgm:pt>
    <dgm:pt modelId="{2FF98AF7-4697-48B0-B8DA-65D44C7DE9D6}" type="pres">
      <dgm:prSet presAssocID="{4F4DFB91-07A4-4E10-A38D-F60EC2A993A1}" presName="compNode" presStyleCnt="0"/>
      <dgm:spPr/>
    </dgm:pt>
    <dgm:pt modelId="{5D98FF48-5720-4A81-8BC8-D10FC3E5ED2E}" type="pres">
      <dgm:prSet presAssocID="{4F4DFB91-07A4-4E10-A38D-F60EC2A993A1}" presName="iconBgRect" presStyleLbl="bgShp" presStyleIdx="2" presStyleCnt="4"/>
      <dgm:spPr/>
    </dgm:pt>
    <dgm:pt modelId="{39DBB3BC-D016-4084-B67B-33A23AF63F8F}" type="pres">
      <dgm:prSet presAssocID="{4F4DFB91-07A4-4E10-A38D-F60EC2A993A1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39AC9C59-F076-42F5-A79E-B18B3157CE83}" type="pres">
      <dgm:prSet presAssocID="{4F4DFB91-07A4-4E10-A38D-F60EC2A993A1}" presName="spaceRect" presStyleCnt="0"/>
      <dgm:spPr/>
    </dgm:pt>
    <dgm:pt modelId="{534E5BB7-3ECF-4D42-AAE8-54B8861B06F1}" type="pres">
      <dgm:prSet presAssocID="{4F4DFB91-07A4-4E10-A38D-F60EC2A993A1}" presName="textRect" presStyleLbl="revTx" presStyleIdx="2" presStyleCnt="4">
        <dgm:presLayoutVars>
          <dgm:chMax val="1"/>
          <dgm:chPref val="1"/>
        </dgm:presLayoutVars>
      </dgm:prSet>
      <dgm:spPr/>
    </dgm:pt>
    <dgm:pt modelId="{29CAC6A4-8593-4D7B-A2E5-58FCC4E624E8}" type="pres">
      <dgm:prSet presAssocID="{7A1851AB-3DB7-44E6-8F0A-4323D2D8D55D}" presName="sibTrans" presStyleLbl="sibTrans2D1" presStyleIdx="0" presStyleCnt="0"/>
      <dgm:spPr/>
    </dgm:pt>
    <dgm:pt modelId="{B9D5B689-9263-4669-9508-E95530E2774F}" type="pres">
      <dgm:prSet presAssocID="{C61B9DC0-8AA3-4683-AFB0-72E52C60EEC5}" presName="compNode" presStyleCnt="0"/>
      <dgm:spPr/>
    </dgm:pt>
    <dgm:pt modelId="{0D8D04E9-A97B-445C-A2E4-95FC055FC257}" type="pres">
      <dgm:prSet presAssocID="{C61B9DC0-8AA3-4683-AFB0-72E52C60EEC5}" presName="iconBgRect" presStyleLbl="bgShp" presStyleIdx="3" presStyleCnt="4"/>
      <dgm:spPr/>
    </dgm:pt>
    <dgm:pt modelId="{63B897E6-A6B0-4130-9C40-2745076BFB98}" type="pres">
      <dgm:prSet presAssocID="{C61B9DC0-8AA3-4683-AFB0-72E52C60EEC5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2CDD6D14-8AC0-46B1-975B-96B7686AB367}" type="pres">
      <dgm:prSet presAssocID="{C61B9DC0-8AA3-4683-AFB0-72E52C60EEC5}" presName="spaceRect" presStyleCnt="0"/>
      <dgm:spPr/>
    </dgm:pt>
    <dgm:pt modelId="{B4B50C29-022D-4B1E-A3D8-68BA674B38DB}" type="pres">
      <dgm:prSet presAssocID="{C61B9DC0-8AA3-4683-AFB0-72E52C60EEC5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A94C9E03-7557-4DB8-AA97-A2576E89D83E}" srcId="{65C53E24-A19E-4684-8CF8-A22DAE1A54E3}" destId="{312E2E9B-1034-4893-9FFE-759111176561}" srcOrd="0" destOrd="0" parTransId="{A760AA0E-BF56-4DD9-BFD9-A8C4CD61183D}" sibTransId="{12B4CFB0-436F-432F-9DFE-75C0185BE6CC}"/>
    <dgm:cxn modelId="{8C20A803-F6A9-4CB9-8E83-D1FE588935DD}" type="presOf" srcId="{312E2E9B-1034-4893-9FFE-759111176561}" destId="{869E1401-670D-455F-8CB4-AA876F1ED160}" srcOrd="0" destOrd="0" presId="urn:microsoft.com/office/officeart/2018/2/layout/IconCircleList"/>
    <dgm:cxn modelId="{50A57308-7226-439E-B036-19D7DF80D583}" srcId="{65C53E24-A19E-4684-8CF8-A22DAE1A54E3}" destId="{C61B9DC0-8AA3-4683-AFB0-72E52C60EEC5}" srcOrd="3" destOrd="0" parTransId="{9732F853-B3B3-49C1-9BB3-B0EEA658EDD6}" sibTransId="{95BF2E49-FE9A-4130-95C9-6976DD439124}"/>
    <dgm:cxn modelId="{7BB0CE1F-45B2-4F6B-B96A-69E9909A5228}" type="presOf" srcId="{65C53E24-A19E-4684-8CF8-A22DAE1A54E3}" destId="{3EE386F4-88E7-4625-82F9-0F0DB58A9B3A}" srcOrd="0" destOrd="0" presId="urn:microsoft.com/office/officeart/2018/2/layout/IconCircleList"/>
    <dgm:cxn modelId="{3065792D-75A1-4A1F-A6CD-54C38AFFCC5D}" type="presOf" srcId="{79E01D59-FF49-45D1-8AD5-2223150CF9C3}" destId="{5BBFA2D7-C690-410C-8240-D94202396395}" srcOrd="0" destOrd="0" presId="urn:microsoft.com/office/officeart/2018/2/layout/IconCircleList"/>
    <dgm:cxn modelId="{29788738-AE00-470E-BDAE-C24A4272BBEC}" type="presOf" srcId="{12B4CFB0-436F-432F-9DFE-75C0185BE6CC}" destId="{997042BE-1C14-4DFE-B753-DB90CB7C2411}" srcOrd="0" destOrd="0" presId="urn:microsoft.com/office/officeart/2018/2/layout/IconCircleList"/>
    <dgm:cxn modelId="{BF8A413C-36E4-4956-9C2A-57D40C7A8659}" type="presOf" srcId="{6F7A2CA7-28E9-4FFC-ABB5-F081C6223FDF}" destId="{72CDFC89-AF27-416C-8F92-FBD27FDA0669}" srcOrd="0" destOrd="0" presId="urn:microsoft.com/office/officeart/2018/2/layout/IconCircleList"/>
    <dgm:cxn modelId="{E7D18C3D-2D75-462E-AD43-1F6CFF84BF57}" srcId="{65C53E24-A19E-4684-8CF8-A22DAE1A54E3}" destId="{6F7A2CA7-28E9-4FFC-ABB5-F081C6223FDF}" srcOrd="1" destOrd="0" parTransId="{27C17856-FE21-46C8-9894-B621BE497E6D}" sibTransId="{79E01D59-FF49-45D1-8AD5-2223150CF9C3}"/>
    <dgm:cxn modelId="{21BA703F-BF95-4BA1-B2E9-D3E3C0ABC286}" type="presOf" srcId="{7A1851AB-3DB7-44E6-8F0A-4323D2D8D55D}" destId="{29CAC6A4-8593-4D7B-A2E5-58FCC4E624E8}" srcOrd="0" destOrd="0" presId="urn:microsoft.com/office/officeart/2018/2/layout/IconCircleList"/>
    <dgm:cxn modelId="{38040882-FFD5-4036-B711-903035CEBF82}" type="presOf" srcId="{4F4DFB91-07A4-4E10-A38D-F60EC2A993A1}" destId="{534E5BB7-3ECF-4D42-AAE8-54B8861B06F1}" srcOrd="0" destOrd="0" presId="urn:microsoft.com/office/officeart/2018/2/layout/IconCircleList"/>
    <dgm:cxn modelId="{15D3FDBC-C4F4-46D2-B425-813EE36EF8F9}" srcId="{65C53E24-A19E-4684-8CF8-A22DAE1A54E3}" destId="{4F4DFB91-07A4-4E10-A38D-F60EC2A993A1}" srcOrd="2" destOrd="0" parTransId="{C852F816-B091-4C51-8B38-68FFFAEAC9CC}" sibTransId="{7A1851AB-3DB7-44E6-8F0A-4323D2D8D55D}"/>
    <dgm:cxn modelId="{87B0ADDD-831B-4362-B701-3640651B8C78}" type="presOf" srcId="{C61B9DC0-8AA3-4683-AFB0-72E52C60EEC5}" destId="{B4B50C29-022D-4B1E-A3D8-68BA674B38DB}" srcOrd="0" destOrd="0" presId="urn:microsoft.com/office/officeart/2018/2/layout/IconCircleList"/>
    <dgm:cxn modelId="{B196B250-449B-4C92-B289-5A748169583A}" type="presParOf" srcId="{3EE386F4-88E7-4625-82F9-0F0DB58A9B3A}" destId="{D82761E4-7928-4071-B309-1D81BF30C9C6}" srcOrd="0" destOrd="0" presId="urn:microsoft.com/office/officeart/2018/2/layout/IconCircleList"/>
    <dgm:cxn modelId="{F8606EFD-CDEA-496F-B348-D03B54A9F649}" type="presParOf" srcId="{D82761E4-7928-4071-B309-1D81BF30C9C6}" destId="{964406F7-8BEE-4537-92D6-D5BA753AF3D4}" srcOrd="0" destOrd="0" presId="urn:microsoft.com/office/officeart/2018/2/layout/IconCircleList"/>
    <dgm:cxn modelId="{0173A2A1-E5AB-45F2-B261-BDE70181660B}" type="presParOf" srcId="{964406F7-8BEE-4537-92D6-D5BA753AF3D4}" destId="{4231E33A-80CA-4ADF-944A-14A85B2C76E5}" srcOrd="0" destOrd="0" presId="urn:microsoft.com/office/officeart/2018/2/layout/IconCircleList"/>
    <dgm:cxn modelId="{9075E609-E54D-4FB0-9392-39D8D392F9C4}" type="presParOf" srcId="{964406F7-8BEE-4537-92D6-D5BA753AF3D4}" destId="{C7DBCFD6-687B-4274-BC2B-485E2CCC414A}" srcOrd="1" destOrd="0" presId="urn:microsoft.com/office/officeart/2018/2/layout/IconCircleList"/>
    <dgm:cxn modelId="{99A200FB-7B3B-404B-96F8-D5504F2E79DC}" type="presParOf" srcId="{964406F7-8BEE-4537-92D6-D5BA753AF3D4}" destId="{C39D8D2A-C621-46B9-A6D3-0B57FFB0FA99}" srcOrd="2" destOrd="0" presId="urn:microsoft.com/office/officeart/2018/2/layout/IconCircleList"/>
    <dgm:cxn modelId="{9B11EB94-6FFF-427C-B175-B54F50868127}" type="presParOf" srcId="{964406F7-8BEE-4537-92D6-D5BA753AF3D4}" destId="{869E1401-670D-455F-8CB4-AA876F1ED160}" srcOrd="3" destOrd="0" presId="urn:microsoft.com/office/officeart/2018/2/layout/IconCircleList"/>
    <dgm:cxn modelId="{DF62C89D-A337-40B8-AB44-7B92C17769E7}" type="presParOf" srcId="{D82761E4-7928-4071-B309-1D81BF30C9C6}" destId="{997042BE-1C14-4DFE-B753-DB90CB7C2411}" srcOrd="1" destOrd="0" presId="urn:microsoft.com/office/officeart/2018/2/layout/IconCircleList"/>
    <dgm:cxn modelId="{980C726B-E9B9-40D0-90AD-DE54AB87034C}" type="presParOf" srcId="{D82761E4-7928-4071-B309-1D81BF30C9C6}" destId="{33CD6363-1C55-4912-BF4B-3D0F76D33C08}" srcOrd="2" destOrd="0" presId="urn:microsoft.com/office/officeart/2018/2/layout/IconCircleList"/>
    <dgm:cxn modelId="{E4C38695-3F2A-4CE5-870A-1C1C956B51D9}" type="presParOf" srcId="{33CD6363-1C55-4912-BF4B-3D0F76D33C08}" destId="{1AED57B2-5A42-4481-B00C-98527CA91744}" srcOrd="0" destOrd="0" presId="urn:microsoft.com/office/officeart/2018/2/layout/IconCircleList"/>
    <dgm:cxn modelId="{169087F6-761C-4C06-9C89-8E47742F57E3}" type="presParOf" srcId="{33CD6363-1C55-4912-BF4B-3D0F76D33C08}" destId="{4E2176D0-0B52-4080-A6F2-2825755EC437}" srcOrd="1" destOrd="0" presId="urn:microsoft.com/office/officeart/2018/2/layout/IconCircleList"/>
    <dgm:cxn modelId="{9E07731D-4B94-4205-81E3-8CFD6E1CE00B}" type="presParOf" srcId="{33CD6363-1C55-4912-BF4B-3D0F76D33C08}" destId="{F9E9FC75-4F02-4682-941A-8715869BCA7E}" srcOrd="2" destOrd="0" presId="urn:microsoft.com/office/officeart/2018/2/layout/IconCircleList"/>
    <dgm:cxn modelId="{4BFB56A0-790B-4297-80B9-671598AA78D3}" type="presParOf" srcId="{33CD6363-1C55-4912-BF4B-3D0F76D33C08}" destId="{72CDFC89-AF27-416C-8F92-FBD27FDA0669}" srcOrd="3" destOrd="0" presId="urn:microsoft.com/office/officeart/2018/2/layout/IconCircleList"/>
    <dgm:cxn modelId="{78F1C3BB-74A9-4C69-94B2-B087852D0EB2}" type="presParOf" srcId="{D82761E4-7928-4071-B309-1D81BF30C9C6}" destId="{5BBFA2D7-C690-410C-8240-D94202396395}" srcOrd="3" destOrd="0" presId="urn:microsoft.com/office/officeart/2018/2/layout/IconCircleList"/>
    <dgm:cxn modelId="{110761C1-494A-480F-9357-9944A17793CD}" type="presParOf" srcId="{D82761E4-7928-4071-B309-1D81BF30C9C6}" destId="{2FF98AF7-4697-48B0-B8DA-65D44C7DE9D6}" srcOrd="4" destOrd="0" presId="urn:microsoft.com/office/officeart/2018/2/layout/IconCircleList"/>
    <dgm:cxn modelId="{A7A9C935-D9D6-4708-B92B-F212816888CE}" type="presParOf" srcId="{2FF98AF7-4697-48B0-B8DA-65D44C7DE9D6}" destId="{5D98FF48-5720-4A81-8BC8-D10FC3E5ED2E}" srcOrd="0" destOrd="0" presId="urn:microsoft.com/office/officeart/2018/2/layout/IconCircleList"/>
    <dgm:cxn modelId="{FF44574D-6A60-4FFE-970A-2235F2558FC6}" type="presParOf" srcId="{2FF98AF7-4697-48B0-B8DA-65D44C7DE9D6}" destId="{39DBB3BC-D016-4084-B67B-33A23AF63F8F}" srcOrd="1" destOrd="0" presId="urn:microsoft.com/office/officeart/2018/2/layout/IconCircleList"/>
    <dgm:cxn modelId="{C721502B-237A-4A69-8411-7E90D597646E}" type="presParOf" srcId="{2FF98AF7-4697-48B0-B8DA-65D44C7DE9D6}" destId="{39AC9C59-F076-42F5-A79E-B18B3157CE83}" srcOrd="2" destOrd="0" presId="urn:microsoft.com/office/officeart/2018/2/layout/IconCircleList"/>
    <dgm:cxn modelId="{7D47865A-3458-4266-89AD-3433534BF330}" type="presParOf" srcId="{2FF98AF7-4697-48B0-B8DA-65D44C7DE9D6}" destId="{534E5BB7-3ECF-4D42-AAE8-54B8861B06F1}" srcOrd="3" destOrd="0" presId="urn:microsoft.com/office/officeart/2018/2/layout/IconCircleList"/>
    <dgm:cxn modelId="{2D758708-5744-4AFA-A455-88575DAEC684}" type="presParOf" srcId="{D82761E4-7928-4071-B309-1D81BF30C9C6}" destId="{29CAC6A4-8593-4D7B-A2E5-58FCC4E624E8}" srcOrd="5" destOrd="0" presId="urn:microsoft.com/office/officeart/2018/2/layout/IconCircleList"/>
    <dgm:cxn modelId="{5D7F32F3-FECA-49EE-B055-E8B5DFE70ADA}" type="presParOf" srcId="{D82761E4-7928-4071-B309-1D81BF30C9C6}" destId="{B9D5B689-9263-4669-9508-E95530E2774F}" srcOrd="6" destOrd="0" presId="urn:microsoft.com/office/officeart/2018/2/layout/IconCircleList"/>
    <dgm:cxn modelId="{DECEE345-DB27-428B-BE58-062D98648DD3}" type="presParOf" srcId="{B9D5B689-9263-4669-9508-E95530E2774F}" destId="{0D8D04E9-A97B-445C-A2E4-95FC055FC257}" srcOrd="0" destOrd="0" presId="urn:microsoft.com/office/officeart/2018/2/layout/IconCircleList"/>
    <dgm:cxn modelId="{A7758FDC-961E-40CD-BBFC-17658F4CF217}" type="presParOf" srcId="{B9D5B689-9263-4669-9508-E95530E2774F}" destId="{63B897E6-A6B0-4130-9C40-2745076BFB98}" srcOrd="1" destOrd="0" presId="urn:microsoft.com/office/officeart/2018/2/layout/IconCircleList"/>
    <dgm:cxn modelId="{124200C3-1141-4209-B676-D12FBD532ECC}" type="presParOf" srcId="{B9D5B689-9263-4669-9508-E95530E2774F}" destId="{2CDD6D14-8AC0-46B1-975B-96B7686AB367}" srcOrd="2" destOrd="0" presId="urn:microsoft.com/office/officeart/2018/2/layout/IconCircleList"/>
    <dgm:cxn modelId="{CB447EC8-1B56-439C-A696-C7A080E7ACCE}" type="presParOf" srcId="{B9D5B689-9263-4669-9508-E95530E2774F}" destId="{B4B50C29-022D-4B1E-A3D8-68BA674B38D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C06852E-292C-4FDD-B78F-97804A0E6DDA}" type="doc">
      <dgm:prSet loTypeId="urn:microsoft.com/office/officeart/2005/8/layout/default" loCatId="list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5FDA71D3-D2BB-410D-863E-1BEF90CC77CE}">
      <dgm:prSet/>
      <dgm:spPr/>
      <dgm:t>
        <a:bodyPr/>
        <a:lstStyle/>
        <a:p>
          <a:r>
            <a:rPr lang="en-US"/>
            <a:t>Model: Linear Regression</a:t>
          </a:r>
        </a:p>
      </dgm:t>
    </dgm:pt>
    <dgm:pt modelId="{AAB01C2E-AF39-4F32-A174-371577D19211}" type="parTrans" cxnId="{E04AED55-82AF-4D3F-AC8C-F913A117A1D9}">
      <dgm:prSet/>
      <dgm:spPr/>
      <dgm:t>
        <a:bodyPr/>
        <a:lstStyle/>
        <a:p>
          <a:endParaRPr lang="en-US"/>
        </a:p>
      </dgm:t>
    </dgm:pt>
    <dgm:pt modelId="{016AF48C-1C65-44DD-B787-D6586E32BA40}" type="sibTrans" cxnId="{E04AED55-82AF-4D3F-AC8C-F913A117A1D9}">
      <dgm:prSet/>
      <dgm:spPr/>
      <dgm:t>
        <a:bodyPr/>
        <a:lstStyle/>
        <a:p>
          <a:endParaRPr lang="en-US"/>
        </a:p>
      </dgm:t>
    </dgm:pt>
    <dgm:pt modelId="{7908231A-CB2F-4213-8E12-3DE822AC3E1F}">
      <dgm:prSet/>
      <dgm:spPr/>
      <dgm:t>
        <a:bodyPr/>
        <a:lstStyle/>
        <a:p>
          <a:r>
            <a:rPr lang="en-US"/>
            <a:t>RMSE: 39.41</a:t>
          </a:r>
        </a:p>
      </dgm:t>
    </dgm:pt>
    <dgm:pt modelId="{7F1B2950-C231-427F-9CAF-950AFD9400AA}" type="parTrans" cxnId="{A5421B39-7A79-469B-8B3E-D89A5968D4CB}">
      <dgm:prSet/>
      <dgm:spPr/>
      <dgm:t>
        <a:bodyPr/>
        <a:lstStyle/>
        <a:p>
          <a:endParaRPr lang="en-US"/>
        </a:p>
      </dgm:t>
    </dgm:pt>
    <dgm:pt modelId="{BB3E3F98-C322-4ECF-8402-B98C9E45127F}" type="sibTrans" cxnId="{A5421B39-7A79-469B-8B3E-D89A5968D4CB}">
      <dgm:prSet/>
      <dgm:spPr/>
      <dgm:t>
        <a:bodyPr/>
        <a:lstStyle/>
        <a:p>
          <a:endParaRPr lang="en-US"/>
        </a:p>
      </dgm:t>
    </dgm:pt>
    <dgm:pt modelId="{E11194A4-A029-433F-BE30-68E1F31DE3EF}">
      <dgm:prSet/>
      <dgm:spPr/>
      <dgm:t>
        <a:bodyPr/>
        <a:lstStyle/>
        <a:p>
          <a:r>
            <a:rPr lang="en-US"/>
            <a:t>R² Score: -1.27</a:t>
          </a:r>
        </a:p>
      </dgm:t>
    </dgm:pt>
    <dgm:pt modelId="{C87F9D09-FCAE-440B-A0D4-BF59B1722723}" type="parTrans" cxnId="{2454B05B-D528-4B32-BA98-FA7B176D8ABC}">
      <dgm:prSet/>
      <dgm:spPr/>
      <dgm:t>
        <a:bodyPr/>
        <a:lstStyle/>
        <a:p>
          <a:endParaRPr lang="en-US"/>
        </a:p>
      </dgm:t>
    </dgm:pt>
    <dgm:pt modelId="{40614133-25A2-44AE-88D6-99FFCC903A5C}" type="sibTrans" cxnId="{2454B05B-D528-4B32-BA98-FA7B176D8ABC}">
      <dgm:prSet/>
      <dgm:spPr/>
      <dgm:t>
        <a:bodyPr/>
        <a:lstStyle/>
        <a:p>
          <a:endParaRPr lang="en-US"/>
        </a:p>
      </dgm:t>
    </dgm:pt>
    <dgm:pt modelId="{68D82DFE-5F3B-4FB7-BDBA-2A5EA0436936}">
      <dgm:prSet/>
      <dgm:spPr/>
      <dgm:t>
        <a:bodyPr/>
        <a:lstStyle/>
        <a:p>
          <a:r>
            <a:rPr lang="en-US"/>
            <a:t>Economic indicators alone are insufficient for predicting solar output.</a:t>
          </a:r>
        </a:p>
      </dgm:t>
    </dgm:pt>
    <dgm:pt modelId="{394592AF-5C5E-4488-B153-DC41A34CC71C}" type="parTrans" cxnId="{B40BAC05-3B8C-4E32-B2D3-8B8E0F4039BE}">
      <dgm:prSet/>
      <dgm:spPr/>
      <dgm:t>
        <a:bodyPr/>
        <a:lstStyle/>
        <a:p>
          <a:endParaRPr lang="en-US"/>
        </a:p>
      </dgm:t>
    </dgm:pt>
    <dgm:pt modelId="{A7A6965D-9518-49E9-B90F-5B446DD221C5}" type="sibTrans" cxnId="{B40BAC05-3B8C-4E32-B2D3-8B8E0F4039BE}">
      <dgm:prSet/>
      <dgm:spPr/>
      <dgm:t>
        <a:bodyPr/>
        <a:lstStyle/>
        <a:p>
          <a:endParaRPr lang="en-US"/>
        </a:p>
      </dgm:t>
    </dgm:pt>
    <dgm:pt modelId="{35C2014B-0258-48E3-8478-FE8D0F0A9103}">
      <dgm:prSet/>
      <dgm:spPr/>
      <dgm:t>
        <a:bodyPr/>
        <a:lstStyle/>
        <a:p>
          <a:r>
            <a:rPr lang="en-US"/>
            <a:t>Establishes a baseline for improvement.</a:t>
          </a:r>
        </a:p>
      </dgm:t>
    </dgm:pt>
    <dgm:pt modelId="{630F8201-C978-4053-BB7F-639B37215127}" type="parTrans" cxnId="{EFD58CB8-08E1-4A6E-88C7-A7766E703777}">
      <dgm:prSet/>
      <dgm:spPr/>
      <dgm:t>
        <a:bodyPr/>
        <a:lstStyle/>
        <a:p>
          <a:endParaRPr lang="en-US"/>
        </a:p>
      </dgm:t>
    </dgm:pt>
    <dgm:pt modelId="{880CC9BE-5288-407C-B53C-66DC1D1CA1EB}" type="sibTrans" cxnId="{EFD58CB8-08E1-4A6E-88C7-A7766E703777}">
      <dgm:prSet/>
      <dgm:spPr/>
      <dgm:t>
        <a:bodyPr/>
        <a:lstStyle/>
        <a:p>
          <a:endParaRPr lang="en-US"/>
        </a:p>
      </dgm:t>
    </dgm:pt>
    <dgm:pt modelId="{4C18DC89-A0EF-EC4D-8B5F-0AE73E72A873}" type="pres">
      <dgm:prSet presAssocID="{FC06852E-292C-4FDD-B78F-97804A0E6DDA}" presName="diagram" presStyleCnt="0">
        <dgm:presLayoutVars>
          <dgm:dir/>
          <dgm:resizeHandles val="exact"/>
        </dgm:presLayoutVars>
      </dgm:prSet>
      <dgm:spPr/>
    </dgm:pt>
    <dgm:pt modelId="{5DA31BF5-73E6-0848-9C11-323DD272F933}" type="pres">
      <dgm:prSet presAssocID="{5FDA71D3-D2BB-410D-863E-1BEF90CC77CE}" presName="node" presStyleLbl="node1" presStyleIdx="0" presStyleCnt="5">
        <dgm:presLayoutVars>
          <dgm:bulletEnabled val="1"/>
        </dgm:presLayoutVars>
      </dgm:prSet>
      <dgm:spPr/>
    </dgm:pt>
    <dgm:pt modelId="{DE561D5C-29EE-4E40-BD31-C322159B9E9A}" type="pres">
      <dgm:prSet presAssocID="{016AF48C-1C65-44DD-B787-D6586E32BA40}" presName="sibTrans" presStyleCnt="0"/>
      <dgm:spPr/>
    </dgm:pt>
    <dgm:pt modelId="{529560DF-9096-6F4B-954B-4B669EF07F07}" type="pres">
      <dgm:prSet presAssocID="{7908231A-CB2F-4213-8E12-3DE822AC3E1F}" presName="node" presStyleLbl="node1" presStyleIdx="1" presStyleCnt="5">
        <dgm:presLayoutVars>
          <dgm:bulletEnabled val="1"/>
        </dgm:presLayoutVars>
      </dgm:prSet>
      <dgm:spPr/>
    </dgm:pt>
    <dgm:pt modelId="{B0512132-F2D0-E644-B845-12160ECC6A88}" type="pres">
      <dgm:prSet presAssocID="{BB3E3F98-C322-4ECF-8402-B98C9E45127F}" presName="sibTrans" presStyleCnt="0"/>
      <dgm:spPr/>
    </dgm:pt>
    <dgm:pt modelId="{07E1CED1-A31A-154F-AB6F-40EAEDDB647D}" type="pres">
      <dgm:prSet presAssocID="{E11194A4-A029-433F-BE30-68E1F31DE3EF}" presName="node" presStyleLbl="node1" presStyleIdx="2" presStyleCnt="5">
        <dgm:presLayoutVars>
          <dgm:bulletEnabled val="1"/>
        </dgm:presLayoutVars>
      </dgm:prSet>
      <dgm:spPr/>
    </dgm:pt>
    <dgm:pt modelId="{C33C5828-1C46-304F-9D16-08F211D287AF}" type="pres">
      <dgm:prSet presAssocID="{40614133-25A2-44AE-88D6-99FFCC903A5C}" presName="sibTrans" presStyleCnt="0"/>
      <dgm:spPr/>
    </dgm:pt>
    <dgm:pt modelId="{6AED52C3-F36E-D744-A2AE-0DEAEA992E12}" type="pres">
      <dgm:prSet presAssocID="{68D82DFE-5F3B-4FB7-BDBA-2A5EA0436936}" presName="node" presStyleLbl="node1" presStyleIdx="3" presStyleCnt="5">
        <dgm:presLayoutVars>
          <dgm:bulletEnabled val="1"/>
        </dgm:presLayoutVars>
      </dgm:prSet>
      <dgm:spPr/>
    </dgm:pt>
    <dgm:pt modelId="{47370C45-F6F2-C648-8673-7D5C9B73771F}" type="pres">
      <dgm:prSet presAssocID="{A7A6965D-9518-49E9-B90F-5B446DD221C5}" presName="sibTrans" presStyleCnt="0"/>
      <dgm:spPr/>
    </dgm:pt>
    <dgm:pt modelId="{7D604B67-9991-5F44-A0EC-26B7A2136C13}" type="pres">
      <dgm:prSet presAssocID="{35C2014B-0258-48E3-8478-FE8D0F0A9103}" presName="node" presStyleLbl="node1" presStyleIdx="4" presStyleCnt="5">
        <dgm:presLayoutVars>
          <dgm:bulletEnabled val="1"/>
        </dgm:presLayoutVars>
      </dgm:prSet>
      <dgm:spPr/>
    </dgm:pt>
  </dgm:ptLst>
  <dgm:cxnLst>
    <dgm:cxn modelId="{EF3E3605-FD07-9442-A06D-40349CF7A70C}" type="presOf" srcId="{FC06852E-292C-4FDD-B78F-97804A0E6DDA}" destId="{4C18DC89-A0EF-EC4D-8B5F-0AE73E72A873}" srcOrd="0" destOrd="0" presId="urn:microsoft.com/office/officeart/2005/8/layout/default"/>
    <dgm:cxn modelId="{B40BAC05-3B8C-4E32-B2D3-8B8E0F4039BE}" srcId="{FC06852E-292C-4FDD-B78F-97804A0E6DDA}" destId="{68D82DFE-5F3B-4FB7-BDBA-2A5EA0436936}" srcOrd="3" destOrd="0" parTransId="{394592AF-5C5E-4488-B153-DC41A34CC71C}" sibTransId="{A7A6965D-9518-49E9-B90F-5B446DD221C5}"/>
    <dgm:cxn modelId="{A5421B39-7A79-469B-8B3E-D89A5968D4CB}" srcId="{FC06852E-292C-4FDD-B78F-97804A0E6DDA}" destId="{7908231A-CB2F-4213-8E12-3DE822AC3E1F}" srcOrd="1" destOrd="0" parTransId="{7F1B2950-C231-427F-9CAF-950AFD9400AA}" sibTransId="{BB3E3F98-C322-4ECF-8402-B98C9E45127F}"/>
    <dgm:cxn modelId="{E04AED55-82AF-4D3F-AC8C-F913A117A1D9}" srcId="{FC06852E-292C-4FDD-B78F-97804A0E6DDA}" destId="{5FDA71D3-D2BB-410D-863E-1BEF90CC77CE}" srcOrd="0" destOrd="0" parTransId="{AAB01C2E-AF39-4F32-A174-371577D19211}" sibTransId="{016AF48C-1C65-44DD-B787-D6586E32BA40}"/>
    <dgm:cxn modelId="{2454B05B-D528-4B32-BA98-FA7B176D8ABC}" srcId="{FC06852E-292C-4FDD-B78F-97804A0E6DDA}" destId="{E11194A4-A029-433F-BE30-68E1F31DE3EF}" srcOrd="2" destOrd="0" parTransId="{C87F9D09-FCAE-440B-A0D4-BF59B1722723}" sibTransId="{40614133-25A2-44AE-88D6-99FFCC903A5C}"/>
    <dgm:cxn modelId="{C789D499-6B55-694B-8CE1-05D8B2543249}" type="presOf" srcId="{68D82DFE-5F3B-4FB7-BDBA-2A5EA0436936}" destId="{6AED52C3-F36E-D744-A2AE-0DEAEA992E12}" srcOrd="0" destOrd="0" presId="urn:microsoft.com/office/officeart/2005/8/layout/default"/>
    <dgm:cxn modelId="{40B72FB5-FD7C-4B43-8664-3D1651AA4F2C}" type="presOf" srcId="{E11194A4-A029-433F-BE30-68E1F31DE3EF}" destId="{07E1CED1-A31A-154F-AB6F-40EAEDDB647D}" srcOrd="0" destOrd="0" presId="urn:microsoft.com/office/officeart/2005/8/layout/default"/>
    <dgm:cxn modelId="{EFD58CB8-08E1-4A6E-88C7-A7766E703777}" srcId="{FC06852E-292C-4FDD-B78F-97804A0E6DDA}" destId="{35C2014B-0258-48E3-8478-FE8D0F0A9103}" srcOrd="4" destOrd="0" parTransId="{630F8201-C978-4053-BB7F-639B37215127}" sibTransId="{880CC9BE-5288-407C-B53C-66DC1D1CA1EB}"/>
    <dgm:cxn modelId="{E44EA7C1-8342-8F4F-B4BC-0153E64562AC}" type="presOf" srcId="{35C2014B-0258-48E3-8478-FE8D0F0A9103}" destId="{7D604B67-9991-5F44-A0EC-26B7A2136C13}" srcOrd="0" destOrd="0" presId="urn:microsoft.com/office/officeart/2005/8/layout/default"/>
    <dgm:cxn modelId="{A3ACB2EA-B5DB-C94F-AC68-0032C824DE6C}" type="presOf" srcId="{5FDA71D3-D2BB-410D-863E-1BEF90CC77CE}" destId="{5DA31BF5-73E6-0848-9C11-323DD272F933}" srcOrd="0" destOrd="0" presId="urn:microsoft.com/office/officeart/2005/8/layout/default"/>
    <dgm:cxn modelId="{7BE25FF4-B517-9249-990F-847F95A2F62E}" type="presOf" srcId="{7908231A-CB2F-4213-8E12-3DE822AC3E1F}" destId="{529560DF-9096-6F4B-954B-4B669EF07F07}" srcOrd="0" destOrd="0" presId="urn:microsoft.com/office/officeart/2005/8/layout/default"/>
    <dgm:cxn modelId="{3BD54CEF-29FF-4A42-9AD2-24CAF45510CD}" type="presParOf" srcId="{4C18DC89-A0EF-EC4D-8B5F-0AE73E72A873}" destId="{5DA31BF5-73E6-0848-9C11-323DD272F933}" srcOrd="0" destOrd="0" presId="urn:microsoft.com/office/officeart/2005/8/layout/default"/>
    <dgm:cxn modelId="{9E1D5C6B-8C18-CD40-B472-DCABC1F3EFD1}" type="presParOf" srcId="{4C18DC89-A0EF-EC4D-8B5F-0AE73E72A873}" destId="{DE561D5C-29EE-4E40-BD31-C322159B9E9A}" srcOrd="1" destOrd="0" presId="urn:microsoft.com/office/officeart/2005/8/layout/default"/>
    <dgm:cxn modelId="{8AD57A2E-6C20-6A4C-9A9A-DADB03939E4F}" type="presParOf" srcId="{4C18DC89-A0EF-EC4D-8B5F-0AE73E72A873}" destId="{529560DF-9096-6F4B-954B-4B669EF07F07}" srcOrd="2" destOrd="0" presId="urn:microsoft.com/office/officeart/2005/8/layout/default"/>
    <dgm:cxn modelId="{D41AD653-CA88-BA40-BBB5-A28AD3B3AAA9}" type="presParOf" srcId="{4C18DC89-A0EF-EC4D-8B5F-0AE73E72A873}" destId="{B0512132-F2D0-E644-B845-12160ECC6A88}" srcOrd="3" destOrd="0" presId="urn:microsoft.com/office/officeart/2005/8/layout/default"/>
    <dgm:cxn modelId="{EFF20630-C80A-7741-A3D2-CDED51407F3E}" type="presParOf" srcId="{4C18DC89-A0EF-EC4D-8B5F-0AE73E72A873}" destId="{07E1CED1-A31A-154F-AB6F-40EAEDDB647D}" srcOrd="4" destOrd="0" presId="urn:microsoft.com/office/officeart/2005/8/layout/default"/>
    <dgm:cxn modelId="{1C65667C-C555-A74E-AD02-B9D36282CB40}" type="presParOf" srcId="{4C18DC89-A0EF-EC4D-8B5F-0AE73E72A873}" destId="{C33C5828-1C46-304F-9D16-08F211D287AF}" srcOrd="5" destOrd="0" presId="urn:microsoft.com/office/officeart/2005/8/layout/default"/>
    <dgm:cxn modelId="{8DADB137-697D-C04D-BD9E-03C8A8D5CDFC}" type="presParOf" srcId="{4C18DC89-A0EF-EC4D-8B5F-0AE73E72A873}" destId="{6AED52C3-F36E-D744-A2AE-0DEAEA992E12}" srcOrd="6" destOrd="0" presId="urn:microsoft.com/office/officeart/2005/8/layout/default"/>
    <dgm:cxn modelId="{686EF74D-687B-4444-AE0A-03EA06E21A4E}" type="presParOf" srcId="{4C18DC89-A0EF-EC4D-8B5F-0AE73E72A873}" destId="{47370C45-F6F2-C648-8673-7D5C9B73771F}" srcOrd="7" destOrd="0" presId="urn:microsoft.com/office/officeart/2005/8/layout/default"/>
    <dgm:cxn modelId="{55F6CF38-3D83-494B-B35D-089ADFFABB53}" type="presParOf" srcId="{4C18DC89-A0EF-EC4D-8B5F-0AE73E72A873}" destId="{7D604B67-9991-5F44-A0EC-26B7A2136C13}" srcOrd="8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BCFD0A0-346A-403A-88C5-932551BBF3C5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accent6_2" csCatId="accent6" phldr="1"/>
      <dgm:spPr/>
      <dgm:t>
        <a:bodyPr/>
        <a:lstStyle/>
        <a:p>
          <a:endParaRPr lang="en-US"/>
        </a:p>
      </dgm:t>
    </dgm:pt>
    <dgm:pt modelId="{C43256D7-6557-4776-9C38-510E117858A9}">
      <dgm:prSet/>
      <dgm:spPr/>
      <dgm:t>
        <a:bodyPr/>
        <a:lstStyle/>
        <a:p>
          <a:r>
            <a:rPr lang="en-US"/>
            <a:t>Integrate weather data (sunlight hours, temperature)</a:t>
          </a:r>
        </a:p>
      </dgm:t>
    </dgm:pt>
    <dgm:pt modelId="{D053E12E-68F2-4E7B-9506-BAD312BB711D}" type="parTrans" cxnId="{0F746E55-2896-4340-92FF-060DEDEA8094}">
      <dgm:prSet/>
      <dgm:spPr/>
      <dgm:t>
        <a:bodyPr/>
        <a:lstStyle/>
        <a:p>
          <a:endParaRPr lang="en-US"/>
        </a:p>
      </dgm:t>
    </dgm:pt>
    <dgm:pt modelId="{F465D8FD-2FCF-4AE7-8244-B701B57D5B86}" type="sibTrans" cxnId="{0F746E55-2896-4340-92FF-060DEDEA8094}">
      <dgm:prSet/>
      <dgm:spPr/>
      <dgm:t>
        <a:bodyPr/>
        <a:lstStyle/>
        <a:p>
          <a:endParaRPr lang="en-US"/>
        </a:p>
      </dgm:t>
    </dgm:pt>
    <dgm:pt modelId="{A1AE8319-C709-4CC7-8A21-67484C7D07B8}">
      <dgm:prSet/>
      <dgm:spPr/>
      <dgm:t>
        <a:bodyPr/>
        <a:lstStyle/>
        <a:p>
          <a:r>
            <a:rPr lang="en-US"/>
            <a:t>Add policy/geographic indicators (subsidies, latitude, altitude)</a:t>
          </a:r>
        </a:p>
      </dgm:t>
    </dgm:pt>
    <dgm:pt modelId="{A18881CC-D0C6-4EBB-8C1F-339A4A85FCF8}" type="parTrans" cxnId="{C037245A-2A6C-4174-9CF4-85FDA9DEF75C}">
      <dgm:prSet/>
      <dgm:spPr/>
      <dgm:t>
        <a:bodyPr/>
        <a:lstStyle/>
        <a:p>
          <a:endParaRPr lang="en-US"/>
        </a:p>
      </dgm:t>
    </dgm:pt>
    <dgm:pt modelId="{8E88250A-3C65-45F9-9BB1-872F4A74CBAA}" type="sibTrans" cxnId="{C037245A-2A6C-4174-9CF4-85FDA9DEF75C}">
      <dgm:prSet/>
      <dgm:spPr/>
      <dgm:t>
        <a:bodyPr/>
        <a:lstStyle/>
        <a:p>
          <a:endParaRPr lang="en-US"/>
        </a:p>
      </dgm:t>
    </dgm:pt>
    <dgm:pt modelId="{5DFAFBEF-0FA6-40B1-BCE6-00EB9E1C8730}">
      <dgm:prSet/>
      <dgm:spPr/>
      <dgm:t>
        <a:bodyPr/>
        <a:lstStyle/>
        <a:p>
          <a:r>
            <a:rPr lang="en-US"/>
            <a:t>Use tree-based models or deep learning</a:t>
          </a:r>
        </a:p>
      </dgm:t>
    </dgm:pt>
    <dgm:pt modelId="{CC9B205E-C970-4798-A736-579DB3839F48}" type="parTrans" cxnId="{6B291208-AB61-441B-84D6-69F62A334FEA}">
      <dgm:prSet/>
      <dgm:spPr/>
      <dgm:t>
        <a:bodyPr/>
        <a:lstStyle/>
        <a:p>
          <a:endParaRPr lang="en-US"/>
        </a:p>
      </dgm:t>
    </dgm:pt>
    <dgm:pt modelId="{F4305E22-77AE-4E5E-8B47-CA4C44EA5C8B}" type="sibTrans" cxnId="{6B291208-AB61-441B-84D6-69F62A334FEA}">
      <dgm:prSet/>
      <dgm:spPr/>
      <dgm:t>
        <a:bodyPr/>
        <a:lstStyle/>
        <a:p>
          <a:endParaRPr lang="en-US"/>
        </a:p>
      </dgm:t>
    </dgm:pt>
    <dgm:pt modelId="{76429B0C-FDEC-4AC1-A6B5-D4FD304B98E9}">
      <dgm:prSet/>
      <dgm:spPr/>
      <dgm:t>
        <a:bodyPr/>
        <a:lstStyle/>
        <a:p>
          <a:r>
            <a:rPr lang="en-US"/>
            <a:t>Build a dashboard for dynamic forecasting</a:t>
          </a:r>
        </a:p>
      </dgm:t>
    </dgm:pt>
    <dgm:pt modelId="{39B2F15A-D8D1-45E3-BE83-4DFABE8C6B6A}" type="parTrans" cxnId="{291D32AD-C83F-4506-9C69-336DDFDD0D28}">
      <dgm:prSet/>
      <dgm:spPr/>
      <dgm:t>
        <a:bodyPr/>
        <a:lstStyle/>
        <a:p>
          <a:endParaRPr lang="en-US"/>
        </a:p>
      </dgm:t>
    </dgm:pt>
    <dgm:pt modelId="{97EE775C-A641-4E1F-B2CF-BFE3FA846BDC}" type="sibTrans" cxnId="{291D32AD-C83F-4506-9C69-336DDFDD0D28}">
      <dgm:prSet/>
      <dgm:spPr/>
      <dgm:t>
        <a:bodyPr/>
        <a:lstStyle/>
        <a:p>
          <a:endParaRPr lang="en-US"/>
        </a:p>
      </dgm:t>
    </dgm:pt>
    <dgm:pt modelId="{98DCBDA0-1EEC-4A5A-8DA4-CFAC47668742}" type="pres">
      <dgm:prSet presAssocID="{5BCFD0A0-346A-403A-88C5-932551BBF3C5}" presName="root" presStyleCnt="0">
        <dgm:presLayoutVars>
          <dgm:dir/>
          <dgm:resizeHandles val="exact"/>
        </dgm:presLayoutVars>
      </dgm:prSet>
      <dgm:spPr/>
    </dgm:pt>
    <dgm:pt modelId="{7BB412CF-86B5-4EDF-A7FA-D1EC7B7C51B6}" type="pres">
      <dgm:prSet presAssocID="{C43256D7-6557-4776-9C38-510E117858A9}" presName="compNode" presStyleCnt="0"/>
      <dgm:spPr/>
    </dgm:pt>
    <dgm:pt modelId="{3E4ED801-8FAB-4130-96FA-65ADD9E22E5E}" type="pres">
      <dgm:prSet presAssocID="{C43256D7-6557-4776-9C38-510E117858A9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n"/>
        </a:ext>
      </dgm:extLst>
    </dgm:pt>
    <dgm:pt modelId="{D2C8741A-AC54-46E7-9084-7FD407A5992E}" type="pres">
      <dgm:prSet presAssocID="{C43256D7-6557-4776-9C38-510E117858A9}" presName="spaceRect" presStyleCnt="0"/>
      <dgm:spPr/>
    </dgm:pt>
    <dgm:pt modelId="{FDBB3BA0-A2F4-4682-A13C-1877F68D8957}" type="pres">
      <dgm:prSet presAssocID="{C43256D7-6557-4776-9C38-510E117858A9}" presName="textRect" presStyleLbl="revTx" presStyleIdx="0" presStyleCnt="4">
        <dgm:presLayoutVars>
          <dgm:chMax val="1"/>
          <dgm:chPref val="1"/>
        </dgm:presLayoutVars>
      </dgm:prSet>
      <dgm:spPr/>
    </dgm:pt>
    <dgm:pt modelId="{84820D8D-D3F8-4E25-A3EA-8F9BAB84883E}" type="pres">
      <dgm:prSet presAssocID="{F465D8FD-2FCF-4AE7-8244-B701B57D5B86}" presName="sibTrans" presStyleCnt="0"/>
      <dgm:spPr/>
    </dgm:pt>
    <dgm:pt modelId="{4AB05C16-9A90-4C88-BB9D-BB8CE405DF7A}" type="pres">
      <dgm:prSet presAssocID="{A1AE8319-C709-4CC7-8A21-67484C7D07B8}" presName="compNode" presStyleCnt="0"/>
      <dgm:spPr/>
    </dgm:pt>
    <dgm:pt modelId="{97106408-396B-48EB-B359-26A234DE0632}" type="pres">
      <dgm:prSet presAssocID="{A1AE8319-C709-4CC7-8A21-67484C7D07B8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Euro"/>
        </a:ext>
      </dgm:extLst>
    </dgm:pt>
    <dgm:pt modelId="{455E5ADF-93DA-43F7-9D2D-C73C3224EB2F}" type="pres">
      <dgm:prSet presAssocID="{A1AE8319-C709-4CC7-8A21-67484C7D07B8}" presName="spaceRect" presStyleCnt="0"/>
      <dgm:spPr/>
    </dgm:pt>
    <dgm:pt modelId="{F5DC3C93-C108-44FE-B469-4816C1FB1B68}" type="pres">
      <dgm:prSet presAssocID="{A1AE8319-C709-4CC7-8A21-67484C7D07B8}" presName="textRect" presStyleLbl="revTx" presStyleIdx="1" presStyleCnt="4">
        <dgm:presLayoutVars>
          <dgm:chMax val="1"/>
          <dgm:chPref val="1"/>
        </dgm:presLayoutVars>
      </dgm:prSet>
      <dgm:spPr/>
    </dgm:pt>
    <dgm:pt modelId="{E72D60D2-0E9E-442B-84CF-DF9888902D12}" type="pres">
      <dgm:prSet presAssocID="{8E88250A-3C65-45F9-9BB1-872F4A74CBAA}" presName="sibTrans" presStyleCnt="0"/>
      <dgm:spPr/>
    </dgm:pt>
    <dgm:pt modelId="{1E853998-DE5C-47A8-A580-756BD67A33C2}" type="pres">
      <dgm:prSet presAssocID="{5DFAFBEF-0FA6-40B1-BCE6-00EB9E1C8730}" presName="compNode" presStyleCnt="0"/>
      <dgm:spPr/>
    </dgm:pt>
    <dgm:pt modelId="{147F2B99-2338-4B61-9217-609DC0BC9FB6}" type="pres">
      <dgm:prSet presAssocID="{5DFAFBEF-0FA6-40B1-BCE6-00EB9E1C8730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eciduous tree"/>
        </a:ext>
      </dgm:extLst>
    </dgm:pt>
    <dgm:pt modelId="{B6AC6978-A0F7-4403-A381-937062397A41}" type="pres">
      <dgm:prSet presAssocID="{5DFAFBEF-0FA6-40B1-BCE6-00EB9E1C8730}" presName="spaceRect" presStyleCnt="0"/>
      <dgm:spPr/>
    </dgm:pt>
    <dgm:pt modelId="{4B61DBA7-B917-4880-9D00-2CFB9D8953CD}" type="pres">
      <dgm:prSet presAssocID="{5DFAFBEF-0FA6-40B1-BCE6-00EB9E1C8730}" presName="textRect" presStyleLbl="revTx" presStyleIdx="2" presStyleCnt="4">
        <dgm:presLayoutVars>
          <dgm:chMax val="1"/>
          <dgm:chPref val="1"/>
        </dgm:presLayoutVars>
      </dgm:prSet>
      <dgm:spPr/>
    </dgm:pt>
    <dgm:pt modelId="{3BD1E338-A597-4DEC-AABC-D36269750506}" type="pres">
      <dgm:prSet presAssocID="{F4305E22-77AE-4E5E-8B47-CA4C44EA5C8B}" presName="sibTrans" presStyleCnt="0"/>
      <dgm:spPr/>
    </dgm:pt>
    <dgm:pt modelId="{D3693288-A922-49FC-B624-C0D014ED4DED}" type="pres">
      <dgm:prSet presAssocID="{76429B0C-FDEC-4AC1-A6B5-D4FD304B98E9}" presName="compNode" presStyleCnt="0"/>
      <dgm:spPr/>
    </dgm:pt>
    <dgm:pt modelId="{53008B64-4E76-4A89-8B63-191EB1818495}" type="pres">
      <dgm:prSet presAssocID="{76429B0C-FDEC-4AC1-A6B5-D4FD304B98E9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uge"/>
        </a:ext>
      </dgm:extLst>
    </dgm:pt>
    <dgm:pt modelId="{36A33EEB-C4B4-49B5-83D3-099A50978DA3}" type="pres">
      <dgm:prSet presAssocID="{76429B0C-FDEC-4AC1-A6B5-D4FD304B98E9}" presName="spaceRect" presStyleCnt="0"/>
      <dgm:spPr/>
    </dgm:pt>
    <dgm:pt modelId="{7D124B12-5A44-4F34-9406-ADBFB5FCFBED}" type="pres">
      <dgm:prSet presAssocID="{76429B0C-FDEC-4AC1-A6B5-D4FD304B98E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B291208-AB61-441B-84D6-69F62A334FEA}" srcId="{5BCFD0A0-346A-403A-88C5-932551BBF3C5}" destId="{5DFAFBEF-0FA6-40B1-BCE6-00EB9E1C8730}" srcOrd="2" destOrd="0" parTransId="{CC9B205E-C970-4798-A736-579DB3839F48}" sibTransId="{F4305E22-77AE-4E5E-8B47-CA4C44EA5C8B}"/>
    <dgm:cxn modelId="{41ABB635-7477-4949-B2C4-0C24C6E7972D}" type="presOf" srcId="{5DFAFBEF-0FA6-40B1-BCE6-00EB9E1C8730}" destId="{4B61DBA7-B917-4880-9D00-2CFB9D8953CD}" srcOrd="0" destOrd="0" presId="urn:microsoft.com/office/officeart/2018/2/layout/IconLabelList"/>
    <dgm:cxn modelId="{F0E1FE45-B114-4782-BBF4-9FFEE05B1F43}" type="presOf" srcId="{A1AE8319-C709-4CC7-8A21-67484C7D07B8}" destId="{F5DC3C93-C108-44FE-B469-4816C1FB1B68}" srcOrd="0" destOrd="0" presId="urn:microsoft.com/office/officeart/2018/2/layout/IconLabelList"/>
    <dgm:cxn modelId="{0F746E55-2896-4340-92FF-060DEDEA8094}" srcId="{5BCFD0A0-346A-403A-88C5-932551BBF3C5}" destId="{C43256D7-6557-4776-9C38-510E117858A9}" srcOrd="0" destOrd="0" parTransId="{D053E12E-68F2-4E7B-9506-BAD312BB711D}" sibTransId="{F465D8FD-2FCF-4AE7-8244-B701B57D5B86}"/>
    <dgm:cxn modelId="{C037245A-2A6C-4174-9CF4-85FDA9DEF75C}" srcId="{5BCFD0A0-346A-403A-88C5-932551BBF3C5}" destId="{A1AE8319-C709-4CC7-8A21-67484C7D07B8}" srcOrd="1" destOrd="0" parTransId="{A18881CC-D0C6-4EBB-8C1F-339A4A85FCF8}" sibTransId="{8E88250A-3C65-45F9-9BB1-872F4A74CBAA}"/>
    <dgm:cxn modelId="{CCFC9A7A-D401-4941-8A6B-E2919B72C871}" type="presOf" srcId="{76429B0C-FDEC-4AC1-A6B5-D4FD304B98E9}" destId="{7D124B12-5A44-4F34-9406-ADBFB5FCFBED}" srcOrd="0" destOrd="0" presId="urn:microsoft.com/office/officeart/2018/2/layout/IconLabelList"/>
    <dgm:cxn modelId="{291D32AD-C83F-4506-9C69-336DDFDD0D28}" srcId="{5BCFD0A0-346A-403A-88C5-932551BBF3C5}" destId="{76429B0C-FDEC-4AC1-A6B5-D4FD304B98E9}" srcOrd="3" destOrd="0" parTransId="{39B2F15A-D8D1-45E3-BE83-4DFABE8C6B6A}" sibTransId="{97EE775C-A641-4E1F-B2CF-BFE3FA846BDC}"/>
    <dgm:cxn modelId="{81D831B4-0741-4E24-80D4-5FB361761C2F}" type="presOf" srcId="{5BCFD0A0-346A-403A-88C5-932551BBF3C5}" destId="{98DCBDA0-1EEC-4A5A-8DA4-CFAC47668742}" srcOrd="0" destOrd="0" presId="urn:microsoft.com/office/officeart/2018/2/layout/IconLabelList"/>
    <dgm:cxn modelId="{32BEF9CF-03CE-4DAA-8469-47C4CCC7313F}" type="presOf" srcId="{C43256D7-6557-4776-9C38-510E117858A9}" destId="{FDBB3BA0-A2F4-4682-A13C-1877F68D8957}" srcOrd="0" destOrd="0" presId="urn:microsoft.com/office/officeart/2018/2/layout/IconLabelList"/>
    <dgm:cxn modelId="{AAD98879-DF45-404D-A198-34218378DB34}" type="presParOf" srcId="{98DCBDA0-1EEC-4A5A-8DA4-CFAC47668742}" destId="{7BB412CF-86B5-4EDF-A7FA-D1EC7B7C51B6}" srcOrd="0" destOrd="0" presId="urn:microsoft.com/office/officeart/2018/2/layout/IconLabelList"/>
    <dgm:cxn modelId="{DF1DCFB3-1A2B-4C35-B9CA-A0FF0E9DA296}" type="presParOf" srcId="{7BB412CF-86B5-4EDF-A7FA-D1EC7B7C51B6}" destId="{3E4ED801-8FAB-4130-96FA-65ADD9E22E5E}" srcOrd="0" destOrd="0" presId="urn:microsoft.com/office/officeart/2018/2/layout/IconLabelList"/>
    <dgm:cxn modelId="{98F0D5B1-AA1D-449B-A548-34210862B83A}" type="presParOf" srcId="{7BB412CF-86B5-4EDF-A7FA-D1EC7B7C51B6}" destId="{D2C8741A-AC54-46E7-9084-7FD407A5992E}" srcOrd="1" destOrd="0" presId="urn:microsoft.com/office/officeart/2018/2/layout/IconLabelList"/>
    <dgm:cxn modelId="{5574F5A5-DEF4-4673-A3E9-CCCF53E4416C}" type="presParOf" srcId="{7BB412CF-86B5-4EDF-A7FA-D1EC7B7C51B6}" destId="{FDBB3BA0-A2F4-4682-A13C-1877F68D8957}" srcOrd="2" destOrd="0" presId="urn:microsoft.com/office/officeart/2018/2/layout/IconLabelList"/>
    <dgm:cxn modelId="{618CC87D-E963-4EA9-8D5F-97F00808364B}" type="presParOf" srcId="{98DCBDA0-1EEC-4A5A-8DA4-CFAC47668742}" destId="{84820D8D-D3F8-4E25-A3EA-8F9BAB84883E}" srcOrd="1" destOrd="0" presId="urn:microsoft.com/office/officeart/2018/2/layout/IconLabelList"/>
    <dgm:cxn modelId="{4970AAFE-28DC-4ECA-A4F4-23CD1A7E0DBF}" type="presParOf" srcId="{98DCBDA0-1EEC-4A5A-8DA4-CFAC47668742}" destId="{4AB05C16-9A90-4C88-BB9D-BB8CE405DF7A}" srcOrd="2" destOrd="0" presId="urn:microsoft.com/office/officeart/2018/2/layout/IconLabelList"/>
    <dgm:cxn modelId="{62DD9047-0F03-415C-9294-5ABA9E503BD8}" type="presParOf" srcId="{4AB05C16-9A90-4C88-BB9D-BB8CE405DF7A}" destId="{97106408-396B-48EB-B359-26A234DE0632}" srcOrd="0" destOrd="0" presId="urn:microsoft.com/office/officeart/2018/2/layout/IconLabelList"/>
    <dgm:cxn modelId="{4BF0E90D-E44E-415B-BB61-86034CD0940D}" type="presParOf" srcId="{4AB05C16-9A90-4C88-BB9D-BB8CE405DF7A}" destId="{455E5ADF-93DA-43F7-9D2D-C73C3224EB2F}" srcOrd="1" destOrd="0" presId="urn:microsoft.com/office/officeart/2018/2/layout/IconLabelList"/>
    <dgm:cxn modelId="{698CE245-1F3A-49E9-B9E9-D11495909F73}" type="presParOf" srcId="{4AB05C16-9A90-4C88-BB9D-BB8CE405DF7A}" destId="{F5DC3C93-C108-44FE-B469-4816C1FB1B68}" srcOrd="2" destOrd="0" presId="urn:microsoft.com/office/officeart/2018/2/layout/IconLabelList"/>
    <dgm:cxn modelId="{51344E5A-5AE7-4C9A-9E2C-7B8E4972A91E}" type="presParOf" srcId="{98DCBDA0-1EEC-4A5A-8DA4-CFAC47668742}" destId="{E72D60D2-0E9E-442B-84CF-DF9888902D12}" srcOrd="3" destOrd="0" presId="urn:microsoft.com/office/officeart/2018/2/layout/IconLabelList"/>
    <dgm:cxn modelId="{A62E4D53-2BD0-40DA-9D39-AB76A14F8AA7}" type="presParOf" srcId="{98DCBDA0-1EEC-4A5A-8DA4-CFAC47668742}" destId="{1E853998-DE5C-47A8-A580-756BD67A33C2}" srcOrd="4" destOrd="0" presId="urn:microsoft.com/office/officeart/2018/2/layout/IconLabelList"/>
    <dgm:cxn modelId="{238A4616-6570-4A3E-B2C0-D7D568280404}" type="presParOf" srcId="{1E853998-DE5C-47A8-A580-756BD67A33C2}" destId="{147F2B99-2338-4B61-9217-609DC0BC9FB6}" srcOrd="0" destOrd="0" presId="urn:microsoft.com/office/officeart/2018/2/layout/IconLabelList"/>
    <dgm:cxn modelId="{0EF9BEE9-951A-4F7D-A4F7-415EE14611A2}" type="presParOf" srcId="{1E853998-DE5C-47A8-A580-756BD67A33C2}" destId="{B6AC6978-A0F7-4403-A381-937062397A41}" srcOrd="1" destOrd="0" presId="urn:microsoft.com/office/officeart/2018/2/layout/IconLabelList"/>
    <dgm:cxn modelId="{51AB758C-F492-4205-8F6F-81B10735605D}" type="presParOf" srcId="{1E853998-DE5C-47A8-A580-756BD67A33C2}" destId="{4B61DBA7-B917-4880-9D00-2CFB9D8953CD}" srcOrd="2" destOrd="0" presId="urn:microsoft.com/office/officeart/2018/2/layout/IconLabelList"/>
    <dgm:cxn modelId="{1FFF7143-327D-4A73-92DB-4791E4EDE03B}" type="presParOf" srcId="{98DCBDA0-1EEC-4A5A-8DA4-CFAC47668742}" destId="{3BD1E338-A597-4DEC-AABC-D36269750506}" srcOrd="5" destOrd="0" presId="urn:microsoft.com/office/officeart/2018/2/layout/IconLabelList"/>
    <dgm:cxn modelId="{4D93DEDC-6F15-4CD4-8EA4-81147A952954}" type="presParOf" srcId="{98DCBDA0-1EEC-4A5A-8DA4-CFAC47668742}" destId="{D3693288-A922-49FC-B624-C0D014ED4DED}" srcOrd="6" destOrd="0" presId="urn:microsoft.com/office/officeart/2018/2/layout/IconLabelList"/>
    <dgm:cxn modelId="{D922C03C-4E3C-4393-8095-D4C5895AF4FE}" type="presParOf" srcId="{D3693288-A922-49FC-B624-C0D014ED4DED}" destId="{53008B64-4E76-4A89-8B63-191EB1818495}" srcOrd="0" destOrd="0" presId="urn:microsoft.com/office/officeart/2018/2/layout/IconLabelList"/>
    <dgm:cxn modelId="{8EA60F21-63CA-4F4C-ACF5-C355B1718EBF}" type="presParOf" srcId="{D3693288-A922-49FC-B624-C0D014ED4DED}" destId="{36A33EEB-C4B4-49B5-83D3-099A50978DA3}" srcOrd="1" destOrd="0" presId="urn:microsoft.com/office/officeart/2018/2/layout/IconLabelList"/>
    <dgm:cxn modelId="{8A00F80E-F338-4629-9368-395FED7ADD5A}" type="presParOf" srcId="{D3693288-A922-49FC-B624-C0D014ED4DED}" destId="{7D124B12-5A44-4F34-9406-ADBFB5FCFBED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9BCF6A1-1785-4446-98D5-B0D6C10CAC17}">
      <dsp:nvSpPr>
        <dsp:cNvPr id="0" name=""/>
        <dsp:cNvSpPr/>
      </dsp:nvSpPr>
      <dsp:spPr>
        <a:xfrm>
          <a:off x="429570" y="472"/>
          <a:ext cx="3346456" cy="2007873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Source: Kaggle - World Energy Consumption</a:t>
          </a:r>
        </a:p>
      </dsp:txBody>
      <dsp:txXfrm>
        <a:off x="429570" y="472"/>
        <a:ext cx="3346456" cy="2007873"/>
      </dsp:txXfrm>
    </dsp:sp>
    <dsp:sp modelId="{AD343A91-4D93-B842-B4CC-630788DB1390}">
      <dsp:nvSpPr>
        <dsp:cNvPr id="0" name=""/>
        <dsp:cNvSpPr/>
      </dsp:nvSpPr>
      <dsp:spPr>
        <a:xfrm>
          <a:off x="4110672" y="472"/>
          <a:ext cx="3346456" cy="2007873"/>
        </a:xfrm>
        <a:prstGeom prst="rect">
          <a:avLst/>
        </a:prstGeom>
        <a:gradFill rotWithShape="0">
          <a:gsLst>
            <a:gs pos="0">
              <a:schemeClr val="accent2">
                <a:hueOff val="1560507"/>
                <a:satOff val="-1946"/>
                <a:lumOff val="458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1560507"/>
                <a:satOff val="-1946"/>
                <a:lumOff val="458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129 features per record, including GDP, energy production by type, population</a:t>
          </a:r>
        </a:p>
      </dsp:txBody>
      <dsp:txXfrm>
        <a:off x="4110672" y="472"/>
        <a:ext cx="3346456" cy="2007873"/>
      </dsp:txXfrm>
    </dsp:sp>
    <dsp:sp modelId="{322C62CE-56C7-9340-B536-B89C25531D36}">
      <dsp:nvSpPr>
        <dsp:cNvPr id="0" name=""/>
        <dsp:cNvSpPr/>
      </dsp:nvSpPr>
      <dsp:spPr>
        <a:xfrm>
          <a:off x="429570" y="2342991"/>
          <a:ext cx="3346456" cy="2007873"/>
        </a:xfrm>
        <a:prstGeom prst="rect">
          <a:avLst/>
        </a:prstGeom>
        <a:gradFill rotWithShape="0">
          <a:gsLst>
            <a:gs pos="0">
              <a:schemeClr val="accent2">
                <a:hueOff val="3121013"/>
                <a:satOff val="-3893"/>
                <a:lumOff val="915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3121013"/>
                <a:satOff val="-3893"/>
                <a:lumOff val="915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~22,000 country-year records</a:t>
          </a:r>
        </a:p>
      </dsp:txBody>
      <dsp:txXfrm>
        <a:off x="429570" y="2342991"/>
        <a:ext cx="3346456" cy="2007873"/>
      </dsp:txXfrm>
    </dsp:sp>
    <dsp:sp modelId="{E071F8BF-368C-504B-9F75-E42DF043E710}">
      <dsp:nvSpPr>
        <dsp:cNvPr id="0" name=""/>
        <dsp:cNvSpPr/>
      </dsp:nvSpPr>
      <dsp:spPr>
        <a:xfrm>
          <a:off x="4110672" y="2342991"/>
          <a:ext cx="3346456" cy="2007873"/>
        </a:xfrm>
        <a:prstGeom prst="rect">
          <a:avLst/>
        </a:prstGeom>
        <a:gradFill rotWithShape="0">
          <a:gsLst>
            <a:gs pos="0">
              <a:schemeClr val="accent2">
                <a:hueOff val="4681520"/>
                <a:satOff val="-5839"/>
                <a:lumOff val="1373"/>
                <a:alphaOff val="0"/>
                <a:tint val="100000"/>
                <a:shade val="100000"/>
                <a:satMod val="130000"/>
              </a:schemeClr>
            </a:gs>
            <a:gs pos="100000">
              <a:schemeClr val="accent2">
                <a:hueOff val="4681520"/>
                <a:satOff val="-5839"/>
                <a:lumOff val="1373"/>
                <a:alphaOff val="0"/>
                <a:tint val="50000"/>
                <a:shade val="100000"/>
                <a:satMod val="350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02870" tIns="102870" rIns="102870" bIns="102870" numCol="1" spcCol="1270" anchor="ctr" anchorCtr="0">
          <a:noAutofit/>
        </a:bodyPr>
        <a:lstStyle/>
        <a:p>
          <a:pPr marL="0" lvl="0" indent="0" algn="ctr" defTabSz="12001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700" kern="1200"/>
            <a:t>Target variable: solar energy consumption (TWh)</a:t>
          </a:r>
        </a:p>
      </dsp:txBody>
      <dsp:txXfrm>
        <a:off x="4110672" y="2342991"/>
        <a:ext cx="3346456" cy="20078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231E33A-80CA-4ADF-944A-14A85B2C76E5}">
      <dsp:nvSpPr>
        <dsp:cNvPr id="0" name=""/>
        <dsp:cNvSpPr/>
      </dsp:nvSpPr>
      <dsp:spPr>
        <a:xfrm>
          <a:off x="145153" y="800136"/>
          <a:ext cx="1005669" cy="1005669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DBCFD6-687B-4274-BC2B-485E2CCC414A}">
      <dsp:nvSpPr>
        <dsp:cNvPr id="0" name=""/>
        <dsp:cNvSpPr/>
      </dsp:nvSpPr>
      <dsp:spPr>
        <a:xfrm>
          <a:off x="356344" y="1011326"/>
          <a:ext cx="583288" cy="58328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9E1401-670D-455F-8CB4-AA876F1ED160}">
      <dsp:nvSpPr>
        <dsp:cNvPr id="0" name=""/>
        <dsp:cNvSpPr/>
      </dsp:nvSpPr>
      <dsp:spPr>
        <a:xfrm>
          <a:off x="1366323" y="800136"/>
          <a:ext cx="2370505" cy="100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Data cleaning: Removed null-heavy columns</a:t>
          </a:r>
        </a:p>
      </dsp:txBody>
      <dsp:txXfrm>
        <a:off x="1366323" y="800136"/>
        <a:ext cx="2370505" cy="1005669"/>
      </dsp:txXfrm>
    </dsp:sp>
    <dsp:sp modelId="{1AED57B2-5A42-4481-B00C-98527CA91744}">
      <dsp:nvSpPr>
        <dsp:cNvPr id="0" name=""/>
        <dsp:cNvSpPr/>
      </dsp:nvSpPr>
      <dsp:spPr>
        <a:xfrm>
          <a:off x="4149871" y="800136"/>
          <a:ext cx="1005669" cy="1005669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2176D0-0B52-4080-A6F2-2825755EC437}">
      <dsp:nvSpPr>
        <dsp:cNvPr id="0" name=""/>
        <dsp:cNvSpPr/>
      </dsp:nvSpPr>
      <dsp:spPr>
        <a:xfrm>
          <a:off x="4361061" y="1011326"/>
          <a:ext cx="583288" cy="58328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CDFC89-AF27-416C-8F92-FBD27FDA0669}">
      <dsp:nvSpPr>
        <dsp:cNvPr id="0" name=""/>
        <dsp:cNvSpPr/>
      </dsp:nvSpPr>
      <dsp:spPr>
        <a:xfrm>
          <a:off x="5371040" y="800136"/>
          <a:ext cx="2370505" cy="100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Feature engineering: GDP per capita, solar per million people</a:t>
          </a:r>
        </a:p>
      </dsp:txBody>
      <dsp:txXfrm>
        <a:off x="5371040" y="800136"/>
        <a:ext cx="2370505" cy="1005669"/>
      </dsp:txXfrm>
    </dsp:sp>
    <dsp:sp modelId="{5D98FF48-5720-4A81-8BC8-D10FC3E5ED2E}">
      <dsp:nvSpPr>
        <dsp:cNvPr id="0" name=""/>
        <dsp:cNvSpPr/>
      </dsp:nvSpPr>
      <dsp:spPr>
        <a:xfrm>
          <a:off x="145153" y="2545532"/>
          <a:ext cx="1005669" cy="1005669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DBB3BC-D016-4084-B67B-33A23AF63F8F}">
      <dsp:nvSpPr>
        <dsp:cNvPr id="0" name=""/>
        <dsp:cNvSpPr/>
      </dsp:nvSpPr>
      <dsp:spPr>
        <a:xfrm>
          <a:off x="356344" y="2756723"/>
          <a:ext cx="583288" cy="58328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34E5BB7-3ECF-4D42-AAE8-54B8861B06F1}">
      <dsp:nvSpPr>
        <dsp:cNvPr id="0" name=""/>
        <dsp:cNvSpPr/>
      </dsp:nvSpPr>
      <dsp:spPr>
        <a:xfrm>
          <a:off x="1366323" y="2545532"/>
          <a:ext cx="2370505" cy="100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EDA: Correlation matrices, distribution analysis, time series</a:t>
          </a:r>
        </a:p>
      </dsp:txBody>
      <dsp:txXfrm>
        <a:off x="1366323" y="2545532"/>
        <a:ext cx="2370505" cy="1005669"/>
      </dsp:txXfrm>
    </dsp:sp>
    <dsp:sp modelId="{0D8D04E9-A97B-445C-A2E4-95FC055FC257}">
      <dsp:nvSpPr>
        <dsp:cNvPr id="0" name=""/>
        <dsp:cNvSpPr/>
      </dsp:nvSpPr>
      <dsp:spPr>
        <a:xfrm>
          <a:off x="4149871" y="2545532"/>
          <a:ext cx="1005669" cy="1005669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3B897E6-A6B0-4130-9C40-2745076BFB98}">
      <dsp:nvSpPr>
        <dsp:cNvPr id="0" name=""/>
        <dsp:cNvSpPr/>
      </dsp:nvSpPr>
      <dsp:spPr>
        <a:xfrm>
          <a:off x="4361061" y="2756723"/>
          <a:ext cx="583288" cy="583288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B50C29-022D-4B1E-A3D8-68BA674B38DB}">
      <dsp:nvSpPr>
        <dsp:cNvPr id="0" name=""/>
        <dsp:cNvSpPr/>
      </dsp:nvSpPr>
      <dsp:spPr>
        <a:xfrm>
          <a:off x="5371040" y="2545532"/>
          <a:ext cx="2370505" cy="100566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Modeling: Linear regression baseline</a:t>
          </a:r>
        </a:p>
      </dsp:txBody>
      <dsp:txXfrm>
        <a:off x="5371040" y="2545532"/>
        <a:ext cx="2370505" cy="100566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DA31BF5-73E6-0848-9C11-323DD272F933}">
      <dsp:nvSpPr>
        <dsp:cNvPr id="0" name=""/>
        <dsp:cNvSpPr/>
      </dsp:nvSpPr>
      <dsp:spPr>
        <a:xfrm>
          <a:off x="0" y="573683"/>
          <a:ext cx="2464593" cy="1478756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Model: Linear Regression</a:t>
          </a:r>
        </a:p>
      </dsp:txBody>
      <dsp:txXfrm>
        <a:off x="0" y="573683"/>
        <a:ext cx="2464593" cy="1478756"/>
      </dsp:txXfrm>
    </dsp:sp>
    <dsp:sp modelId="{529560DF-9096-6F4B-954B-4B669EF07F07}">
      <dsp:nvSpPr>
        <dsp:cNvPr id="0" name=""/>
        <dsp:cNvSpPr/>
      </dsp:nvSpPr>
      <dsp:spPr>
        <a:xfrm>
          <a:off x="2711053" y="573683"/>
          <a:ext cx="2464593" cy="1478756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RMSE: 39.41</a:t>
          </a:r>
        </a:p>
      </dsp:txBody>
      <dsp:txXfrm>
        <a:off x="2711053" y="573683"/>
        <a:ext cx="2464593" cy="1478756"/>
      </dsp:txXfrm>
    </dsp:sp>
    <dsp:sp modelId="{07E1CED1-A31A-154F-AB6F-40EAEDDB647D}">
      <dsp:nvSpPr>
        <dsp:cNvPr id="0" name=""/>
        <dsp:cNvSpPr/>
      </dsp:nvSpPr>
      <dsp:spPr>
        <a:xfrm>
          <a:off x="5422106" y="573683"/>
          <a:ext cx="2464593" cy="1478756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R² Score: -1.27</a:t>
          </a:r>
        </a:p>
      </dsp:txBody>
      <dsp:txXfrm>
        <a:off x="5422106" y="573683"/>
        <a:ext cx="2464593" cy="1478756"/>
      </dsp:txXfrm>
    </dsp:sp>
    <dsp:sp modelId="{6AED52C3-F36E-D744-A2AE-0DEAEA992E12}">
      <dsp:nvSpPr>
        <dsp:cNvPr id="0" name=""/>
        <dsp:cNvSpPr/>
      </dsp:nvSpPr>
      <dsp:spPr>
        <a:xfrm>
          <a:off x="1355526" y="2298898"/>
          <a:ext cx="2464593" cy="1478756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Economic indicators alone are insufficient for predicting solar output.</a:t>
          </a:r>
        </a:p>
      </dsp:txBody>
      <dsp:txXfrm>
        <a:off x="1355526" y="2298898"/>
        <a:ext cx="2464593" cy="1478756"/>
      </dsp:txXfrm>
    </dsp:sp>
    <dsp:sp modelId="{7D604B67-9991-5F44-A0EC-26B7A2136C13}">
      <dsp:nvSpPr>
        <dsp:cNvPr id="0" name=""/>
        <dsp:cNvSpPr/>
      </dsp:nvSpPr>
      <dsp:spPr>
        <a:xfrm>
          <a:off x="4066579" y="2298898"/>
          <a:ext cx="2464593" cy="1478756"/>
        </a:xfrm>
        <a:prstGeom prst="rect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0010" tIns="80010" rIns="80010" bIns="80010" numCol="1" spcCol="1270" anchor="ctr" anchorCtr="0">
          <a:noAutofit/>
        </a:bodyPr>
        <a:lstStyle/>
        <a:p>
          <a:pPr marL="0" lvl="0" indent="0" algn="ctr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Establishes a baseline for improvement.</a:t>
          </a:r>
        </a:p>
      </dsp:txBody>
      <dsp:txXfrm>
        <a:off x="4066579" y="2298898"/>
        <a:ext cx="2464593" cy="14787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E4ED801-8FAB-4130-96FA-65ADD9E22E5E}">
      <dsp:nvSpPr>
        <dsp:cNvPr id="0" name=""/>
        <dsp:cNvSpPr/>
      </dsp:nvSpPr>
      <dsp:spPr>
        <a:xfrm>
          <a:off x="481140" y="1304654"/>
          <a:ext cx="783896" cy="78389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DBB3BA0-A2F4-4682-A13C-1877F68D8957}">
      <dsp:nvSpPr>
        <dsp:cNvPr id="0" name=""/>
        <dsp:cNvSpPr/>
      </dsp:nvSpPr>
      <dsp:spPr>
        <a:xfrm>
          <a:off x="2092" y="2349886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Integrate weather data (sunlight hours, temperature)</a:t>
          </a:r>
        </a:p>
      </dsp:txBody>
      <dsp:txXfrm>
        <a:off x="2092" y="2349886"/>
        <a:ext cx="1741992" cy="696796"/>
      </dsp:txXfrm>
    </dsp:sp>
    <dsp:sp modelId="{97106408-396B-48EB-B359-26A234DE0632}">
      <dsp:nvSpPr>
        <dsp:cNvPr id="0" name=""/>
        <dsp:cNvSpPr/>
      </dsp:nvSpPr>
      <dsp:spPr>
        <a:xfrm>
          <a:off x="2527981" y="1304654"/>
          <a:ext cx="783896" cy="78389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5DC3C93-C108-44FE-B469-4816C1FB1B68}">
      <dsp:nvSpPr>
        <dsp:cNvPr id="0" name=""/>
        <dsp:cNvSpPr/>
      </dsp:nvSpPr>
      <dsp:spPr>
        <a:xfrm>
          <a:off x="2048933" y="2349886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Add policy/geographic indicators (subsidies, latitude, altitude)</a:t>
          </a:r>
        </a:p>
      </dsp:txBody>
      <dsp:txXfrm>
        <a:off x="2048933" y="2349886"/>
        <a:ext cx="1741992" cy="696796"/>
      </dsp:txXfrm>
    </dsp:sp>
    <dsp:sp modelId="{147F2B99-2338-4B61-9217-609DC0BC9FB6}">
      <dsp:nvSpPr>
        <dsp:cNvPr id="0" name=""/>
        <dsp:cNvSpPr/>
      </dsp:nvSpPr>
      <dsp:spPr>
        <a:xfrm>
          <a:off x="4574822" y="1304654"/>
          <a:ext cx="783896" cy="78389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B61DBA7-B917-4880-9D00-2CFB9D8953CD}">
      <dsp:nvSpPr>
        <dsp:cNvPr id="0" name=""/>
        <dsp:cNvSpPr/>
      </dsp:nvSpPr>
      <dsp:spPr>
        <a:xfrm>
          <a:off x="4095774" y="2349886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Use tree-based models or deep learning</a:t>
          </a:r>
        </a:p>
      </dsp:txBody>
      <dsp:txXfrm>
        <a:off x="4095774" y="2349886"/>
        <a:ext cx="1741992" cy="696796"/>
      </dsp:txXfrm>
    </dsp:sp>
    <dsp:sp modelId="{53008B64-4E76-4A89-8B63-191EB1818495}">
      <dsp:nvSpPr>
        <dsp:cNvPr id="0" name=""/>
        <dsp:cNvSpPr/>
      </dsp:nvSpPr>
      <dsp:spPr>
        <a:xfrm>
          <a:off x="6621662" y="1304654"/>
          <a:ext cx="783896" cy="78389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D124B12-5A44-4F34-9406-ADBFB5FCFBED}">
      <dsp:nvSpPr>
        <dsp:cNvPr id="0" name=""/>
        <dsp:cNvSpPr/>
      </dsp:nvSpPr>
      <dsp:spPr>
        <a:xfrm>
          <a:off x="6142615" y="2349886"/>
          <a:ext cx="1741992" cy="6967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/>
            <a:t>Build a dashboard for dynamic forecasting</a:t>
          </a:r>
        </a:p>
      </dsp:txBody>
      <dsp:txXfrm>
        <a:off x="6142615" y="2349886"/>
        <a:ext cx="1741992" cy="6967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5/25/25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8" y="0"/>
            <a:ext cx="914171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Color Cover">
            <a:extLst>
              <a:ext uri="{FF2B5EF4-FFF2-40B4-BE49-F238E27FC236}">
                <a16:creationId xmlns:a16="http://schemas.microsoft.com/office/drawing/2014/main" id="{63C1F321-BB96-4700-B3CE-1A615606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8" y="0"/>
            <a:ext cx="914171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FA1AD64-F15F-417D-956C-B2C211FC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288" y="0"/>
            <a:ext cx="4548176" cy="6858000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5F3C79B0-E0DE-407E-B550-3FDEB67B0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A1A2DFA8-F321-4204-9B31-A3713BC652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3" y="0"/>
            <a:ext cx="9141717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92281" y="841664"/>
            <a:ext cx="3655995" cy="5156800"/>
          </a:xfrm>
        </p:spPr>
        <p:txBody>
          <a:bodyPr vert="horz" lIns="91440" tIns="45720" rIns="91440" bIns="45720" rtlCol="0" anchor="ctr"/>
          <a:lstStyle/>
          <a:p>
            <a:pPr algn="l" defTabSz="914400">
              <a:lnSpc>
                <a:spcPct val="90000"/>
              </a:lnSpc>
            </a:pPr>
            <a:r>
              <a:rPr lang="en-US" sz="42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Predicting Solar Energy Output Using ML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01015" y="841664"/>
            <a:ext cx="3650704" cy="51568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en-US" sz="240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Capstone Project | AI/ML Certificate Program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Color Cover">
            <a:extLst>
              <a:ext uri="{FF2B5EF4-FFF2-40B4-BE49-F238E27FC236}">
                <a16:creationId xmlns:a16="http://schemas.microsoft.com/office/drawing/2014/main" id="{815925C2-A704-4D47-B1C1-3FCA52512E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Color Cover">
            <a:extLst>
              <a:ext uri="{FF2B5EF4-FFF2-40B4-BE49-F238E27FC236}">
                <a16:creationId xmlns:a16="http://schemas.microsoft.com/office/drawing/2014/main" id="{01D4315C-C23C-4FD3-98DF-08C29E2292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1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6B47BC-43FD-4C91-8BFF-B41B99A8A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4548176" cy="6858000"/>
            <a:chOff x="651279" y="598259"/>
            <a:chExt cx="10889442" cy="5680742"/>
          </a:xfrm>
        </p:grpSpPr>
        <p:sp>
          <p:nvSpPr>
            <p:cNvPr id="13" name="Color">
              <a:extLst>
                <a:ext uri="{FF2B5EF4-FFF2-40B4-BE49-F238E27FC236}">
                  <a16:creationId xmlns:a16="http://schemas.microsoft.com/office/drawing/2014/main" id="{13038185-AC3C-4595-945F-25311424C5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Color">
              <a:extLst>
                <a:ext uri="{FF2B5EF4-FFF2-40B4-BE49-F238E27FC236}">
                  <a16:creationId xmlns:a16="http://schemas.microsoft.com/office/drawing/2014/main" id="{75D51AA0-C095-4650-A361-B294320BF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43" y="0"/>
            <a:ext cx="9141717" cy="6858000"/>
            <a:chOff x="0" y="0"/>
            <a:chExt cx="12188952" cy="6858000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9788" y="841248"/>
            <a:ext cx="3847200" cy="5340097"/>
          </a:xfrm>
        </p:spPr>
        <p:txBody>
          <a:bodyPr anchor="ctr">
            <a:normAutofit/>
          </a:bodyPr>
          <a:lstStyle/>
          <a:p>
            <a:pPr algn="l"/>
            <a:r>
              <a:rPr lang="en-US" sz="4200">
                <a:solidFill>
                  <a:schemeClr val="bg1"/>
                </a:solidFill>
              </a:rPr>
              <a:t>What Are We Solving?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48307" y="841247"/>
            <a:ext cx="3363402" cy="5340097"/>
          </a:xfrm>
        </p:spPr>
        <p:txBody>
          <a:bodyPr anchor="ctr">
            <a:normAutofit/>
          </a:bodyPr>
          <a:lstStyle/>
          <a:p>
            <a:r>
              <a:rPr lang="en-US" sz="1600">
                <a:solidFill>
                  <a:schemeClr val="tx2"/>
                </a:solidFill>
              </a:rPr>
              <a:t>Solar energy is clean, but unpredictable.</a:t>
            </a:r>
          </a:p>
          <a:p>
            <a:r>
              <a:rPr lang="en-US" sz="1600">
                <a:solidFill>
                  <a:schemeClr val="tx2"/>
                </a:solidFill>
              </a:rPr>
              <a:t>Fluctuations in sunlight, climate, and adoption rates make solar output hard to forecast.</a:t>
            </a:r>
          </a:p>
          <a:p>
            <a:r>
              <a:rPr lang="en-US" sz="1600">
                <a:solidFill>
                  <a:schemeClr val="tx2"/>
                </a:solidFill>
              </a:rPr>
              <a:t>Governments and grid operators need forecasts for planning energy supply, investments, and storage.</a:t>
            </a:r>
          </a:p>
          <a:p>
            <a:r>
              <a:rPr lang="en-US" sz="1600">
                <a:solidFill>
                  <a:schemeClr val="tx2"/>
                </a:solidFill>
              </a:rPr>
              <a:t>Can we forecast solar output using only economic indicators like GDP and population?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3E13595-3F99-9BAB-5BFD-F2A184C56B7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1334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t>Data Set Information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94CA1DB-FF83-B7BC-591F-33FF77CDD8F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0505401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How Did We Approach This?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A1805BD-7D9A-4CB9-30EB-14A9793CB9E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938849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9D32F93-50AC-4C46-A5DB-291C60DDB7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6FD7672-78BE-4D6F-A711-2CDB79B52D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8496" y="323519"/>
            <a:ext cx="3242924" cy="6212748"/>
          </a:xfrm>
          <a:custGeom>
            <a:avLst/>
            <a:gdLst>
              <a:gd name="connsiteX0" fmla="*/ 0 w 4323899"/>
              <a:gd name="connsiteY0" fmla="*/ 0 h 6212748"/>
              <a:gd name="connsiteX1" fmla="*/ 742501 w 4323899"/>
              <a:gd name="connsiteY1" fmla="*/ 0 h 6212748"/>
              <a:gd name="connsiteX2" fmla="*/ 4323899 w 4323899"/>
              <a:gd name="connsiteY2" fmla="*/ 0 h 6212748"/>
              <a:gd name="connsiteX3" fmla="*/ 4323899 w 4323899"/>
              <a:gd name="connsiteY3" fmla="*/ 2864954 h 6212748"/>
              <a:gd name="connsiteX4" fmla="*/ 880454 w 4323899"/>
              <a:gd name="connsiteY4" fmla="*/ 6212748 h 6212748"/>
              <a:gd name="connsiteX5" fmla="*/ 0 w 4323899"/>
              <a:gd name="connsiteY5" fmla="*/ 6212748 h 6212748"/>
              <a:gd name="connsiteX6" fmla="*/ 0 w 4323899"/>
              <a:gd name="connsiteY6" fmla="*/ 6210962 h 62127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23899" h="6212748">
                <a:moveTo>
                  <a:pt x="0" y="0"/>
                </a:moveTo>
                <a:lnTo>
                  <a:pt x="742501" y="0"/>
                </a:lnTo>
                <a:lnTo>
                  <a:pt x="4323899" y="0"/>
                </a:lnTo>
                <a:lnTo>
                  <a:pt x="4323899" y="2864954"/>
                </a:lnTo>
                <a:lnTo>
                  <a:pt x="880454" y="6212748"/>
                </a:lnTo>
                <a:lnTo>
                  <a:pt x="0" y="6212748"/>
                </a:lnTo>
                <a:lnTo>
                  <a:pt x="0" y="6210962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ight Triangle 11">
            <a:extLst>
              <a:ext uri="{FF2B5EF4-FFF2-40B4-BE49-F238E27FC236}">
                <a16:creationId xmlns:a16="http://schemas.microsoft.com/office/drawing/2014/main" id="{827DC2C4-B485-428A-BF4A-472D2967F4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A62647B-1222-407C-8740-5A497612B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21969" y="806364"/>
            <a:ext cx="2515977" cy="2847413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33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Solar Consumption Over Time</a:t>
            </a:r>
          </a:p>
        </p:txBody>
      </p:sp>
      <p:pic>
        <p:nvPicPr>
          <p:cNvPr id="3" name="Picture 2" descr="63ad4b55-d04f-4495-a880-55e33fb4bd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2418" y="2264285"/>
            <a:ext cx="4203477" cy="231191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Down Arrow 7">
            <a:extLst>
              <a:ext uri="{FF2B5EF4-FFF2-40B4-BE49-F238E27FC236}">
                <a16:creationId xmlns:a16="http://schemas.microsoft.com/office/drawing/2014/main" id="{D4771268-CB57-404A-9271-370EB28F60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83356" y="1928731"/>
            <a:ext cx="3333749" cy="2624327"/>
          </a:xfrm>
          <a:prstGeom prst="downArrow">
            <a:avLst>
              <a:gd name="adj1" fmla="val 100000"/>
              <a:gd name="adj2" fmla="val 15788"/>
            </a:avLst>
          </a:prstGeom>
          <a:solidFill>
            <a:srgbClr val="404040"/>
          </a:solidFill>
          <a:ln w="539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71525" y="1967266"/>
            <a:ext cx="1971675" cy="2547257"/>
          </a:xfrm>
          <a:noFill/>
        </p:spPr>
        <p:txBody>
          <a:bodyPr anchor="ctr">
            <a:normAutofit/>
          </a:bodyPr>
          <a:lstStyle/>
          <a:p>
            <a:r>
              <a:rPr lang="en-US" sz="2900">
                <a:solidFill>
                  <a:srgbClr val="FFFFFF"/>
                </a:solidFill>
              </a:rPr>
              <a:t>Correlation Matrix (Selected Features)</a:t>
            </a:r>
          </a:p>
        </p:txBody>
      </p:sp>
      <p:pic>
        <p:nvPicPr>
          <p:cNvPr id="3" name="Picture 2" descr="56B8294D-F889-49C0-94C7-E44CA1A215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2987" y="1228346"/>
            <a:ext cx="5085525" cy="439897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r>
              <a:rPr lang="en-US">
                <a:solidFill>
                  <a:srgbClr val="FFFFFF"/>
                </a:solidFill>
              </a:rPr>
              <a:t>Model Outcome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642A236A-AD43-D6D5-D7EF-C82ED31DF26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930328729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E2B703B-46F9-481A-A605-82E2A828C4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459863"/>
            <a:ext cx="7886700" cy="100459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FFFFFF"/>
                </a:solidFill>
              </a:rPr>
              <a:t>Further Enhancements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13BE4D7-0C3D-4906-B230-A1C5B4665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22" y="1587970"/>
            <a:ext cx="8274756" cy="4768380"/>
          </a:xfrm>
          <a:prstGeom prst="roundRect">
            <a:avLst>
              <a:gd name="adj" fmla="val 3174"/>
            </a:avLst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5C3244B-58D4-8016-003E-FBBFB9AF9F9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16134616"/>
              </p:ext>
            </p:extLst>
          </p:nvPr>
        </p:nvGraphicFramePr>
        <p:xfrm>
          <a:off x="628650" y="1800911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223</Words>
  <Application>Microsoft Macintosh PowerPoint</Application>
  <PresentationFormat>On-screen Show (4:3)</PresentationFormat>
  <Paragraphs>30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Predicting Solar Energy Output Using ML</vt:lpstr>
      <vt:lpstr>What Are We Solving?</vt:lpstr>
      <vt:lpstr>Data Set Information</vt:lpstr>
      <vt:lpstr>How Did We Approach This?</vt:lpstr>
      <vt:lpstr>Solar Consumption Over Time</vt:lpstr>
      <vt:lpstr>Correlation Matrix (Selected Features)</vt:lpstr>
      <vt:lpstr>Model Outcome</vt:lpstr>
      <vt:lpstr>Further Enhancements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Junaid Mustafa</cp:lastModifiedBy>
  <cp:revision>4</cp:revision>
  <dcterms:created xsi:type="dcterms:W3CDTF">2013-01-27T09:14:16Z</dcterms:created>
  <dcterms:modified xsi:type="dcterms:W3CDTF">2025-05-26T04:00:59Z</dcterms:modified>
  <cp:category/>
</cp:coreProperties>
</file>