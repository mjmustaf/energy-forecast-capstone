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5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9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0C16B-01F4-4D01-A8AA-52160780B13A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1FE97C-4D68-43C9-A9AD-30E93E152294}">
      <dgm:prSet/>
      <dgm:spPr/>
      <dgm:t>
        <a:bodyPr/>
        <a:lstStyle/>
        <a:p>
          <a:r>
            <a:rPr lang="en-US"/>
            <a:t>Source: Kaggle - World Energy Consumption</a:t>
          </a:r>
        </a:p>
      </dgm:t>
    </dgm:pt>
    <dgm:pt modelId="{6830252B-C6F7-4C1C-9E6E-F57AD3420F2F}" type="parTrans" cxnId="{CA31F1E0-DA64-4EB8-903E-EBD8AFBE2042}">
      <dgm:prSet/>
      <dgm:spPr/>
      <dgm:t>
        <a:bodyPr/>
        <a:lstStyle/>
        <a:p>
          <a:endParaRPr lang="en-US"/>
        </a:p>
      </dgm:t>
    </dgm:pt>
    <dgm:pt modelId="{11F2B735-F61B-4670-A955-C99D58C2AA26}" type="sibTrans" cxnId="{CA31F1E0-DA64-4EB8-903E-EBD8AFBE2042}">
      <dgm:prSet/>
      <dgm:spPr/>
      <dgm:t>
        <a:bodyPr/>
        <a:lstStyle/>
        <a:p>
          <a:endParaRPr lang="en-US"/>
        </a:p>
      </dgm:t>
    </dgm:pt>
    <dgm:pt modelId="{B7AD4D65-2695-42FF-BA1F-66B58575D602}">
      <dgm:prSet/>
      <dgm:spPr/>
      <dgm:t>
        <a:bodyPr/>
        <a:lstStyle/>
        <a:p>
          <a:r>
            <a:rPr lang="en-US"/>
            <a:t>129 features per record, including GDP, energy production by type, population</a:t>
          </a:r>
        </a:p>
      </dgm:t>
    </dgm:pt>
    <dgm:pt modelId="{7A4DD026-E1CA-4905-BD52-D8FA47F64072}" type="parTrans" cxnId="{7D404D55-C0BD-48A9-AF6A-EE9B572E00C4}">
      <dgm:prSet/>
      <dgm:spPr/>
      <dgm:t>
        <a:bodyPr/>
        <a:lstStyle/>
        <a:p>
          <a:endParaRPr lang="en-US"/>
        </a:p>
      </dgm:t>
    </dgm:pt>
    <dgm:pt modelId="{F63A0198-4171-4B45-AFFA-AB0013A21551}" type="sibTrans" cxnId="{7D404D55-C0BD-48A9-AF6A-EE9B572E00C4}">
      <dgm:prSet/>
      <dgm:spPr/>
      <dgm:t>
        <a:bodyPr/>
        <a:lstStyle/>
        <a:p>
          <a:endParaRPr lang="en-US"/>
        </a:p>
      </dgm:t>
    </dgm:pt>
    <dgm:pt modelId="{3AC89791-B715-4C8A-9C2F-30AA7918B3F0}">
      <dgm:prSet/>
      <dgm:spPr/>
      <dgm:t>
        <a:bodyPr/>
        <a:lstStyle/>
        <a:p>
          <a:r>
            <a:rPr lang="en-US"/>
            <a:t>~22,000 country-year records</a:t>
          </a:r>
        </a:p>
      </dgm:t>
    </dgm:pt>
    <dgm:pt modelId="{46D905AC-33F1-45BF-A8D6-29A53FDCE281}" type="parTrans" cxnId="{A2819943-8267-4492-B91E-CFE95D7E3705}">
      <dgm:prSet/>
      <dgm:spPr/>
      <dgm:t>
        <a:bodyPr/>
        <a:lstStyle/>
        <a:p>
          <a:endParaRPr lang="en-US"/>
        </a:p>
      </dgm:t>
    </dgm:pt>
    <dgm:pt modelId="{6AE85A41-C72C-4A5F-80EA-DA08D182514D}" type="sibTrans" cxnId="{A2819943-8267-4492-B91E-CFE95D7E3705}">
      <dgm:prSet/>
      <dgm:spPr/>
      <dgm:t>
        <a:bodyPr/>
        <a:lstStyle/>
        <a:p>
          <a:endParaRPr lang="en-US"/>
        </a:p>
      </dgm:t>
    </dgm:pt>
    <dgm:pt modelId="{DE83C3A5-5D3A-440F-83E3-6D7136465224}">
      <dgm:prSet/>
      <dgm:spPr/>
      <dgm:t>
        <a:bodyPr/>
        <a:lstStyle/>
        <a:p>
          <a:r>
            <a:rPr lang="en-US"/>
            <a:t>Target variable: solar energy consumption (TWh)</a:t>
          </a:r>
        </a:p>
      </dgm:t>
    </dgm:pt>
    <dgm:pt modelId="{D68DA3DD-3806-4655-9113-63AC27C8A619}" type="parTrans" cxnId="{F8271B96-3E11-47DE-8098-D981C26EFD7F}">
      <dgm:prSet/>
      <dgm:spPr/>
      <dgm:t>
        <a:bodyPr/>
        <a:lstStyle/>
        <a:p>
          <a:endParaRPr lang="en-US"/>
        </a:p>
      </dgm:t>
    </dgm:pt>
    <dgm:pt modelId="{7B77DFFA-D917-457F-90C3-42CE9D5C0095}" type="sibTrans" cxnId="{F8271B96-3E11-47DE-8098-D981C26EFD7F}">
      <dgm:prSet/>
      <dgm:spPr/>
      <dgm:t>
        <a:bodyPr/>
        <a:lstStyle/>
        <a:p>
          <a:endParaRPr lang="en-US"/>
        </a:p>
      </dgm:t>
    </dgm:pt>
    <dgm:pt modelId="{DBAE06BB-3F78-B44F-96E6-49BC3F60340D}" type="pres">
      <dgm:prSet presAssocID="{8E90C16B-01F4-4D01-A8AA-52160780B13A}" presName="diagram" presStyleCnt="0">
        <dgm:presLayoutVars>
          <dgm:dir/>
          <dgm:resizeHandles val="exact"/>
        </dgm:presLayoutVars>
      </dgm:prSet>
      <dgm:spPr/>
    </dgm:pt>
    <dgm:pt modelId="{59BCF6A1-1785-4446-98D5-B0D6C10CAC17}" type="pres">
      <dgm:prSet presAssocID="{431FE97C-4D68-43C9-A9AD-30E93E152294}" presName="node" presStyleLbl="node1" presStyleIdx="0" presStyleCnt="4">
        <dgm:presLayoutVars>
          <dgm:bulletEnabled val="1"/>
        </dgm:presLayoutVars>
      </dgm:prSet>
      <dgm:spPr/>
    </dgm:pt>
    <dgm:pt modelId="{96BA6886-1139-B64C-BD93-E69651906FF0}" type="pres">
      <dgm:prSet presAssocID="{11F2B735-F61B-4670-A955-C99D58C2AA26}" presName="sibTrans" presStyleCnt="0"/>
      <dgm:spPr/>
    </dgm:pt>
    <dgm:pt modelId="{AD343A91-4D93-B842-B4CC-630788DB1390}" type="pres">
      <dgm:prSet presAssocID="{B7AD4D65-2695-42FF-BA1F-66B58575D602}" presName="node" presStyleLbl="node1" presStyleIdx="1" presStyleCnt="4">
        <dgm:presLayoutVars>
          <dgm:bulletEnabled val="1"/>
        </dgm:presLayoutVars>
      </dgm:prSet>
      <dgm:spPr/>
    </dgm:pt>
    <dgm:pt modelId="{581BA814-46DE-3E4F-9D8D-962CEC8AD194}" type="pres">
      <dgm:prSet presAssocID="{F63A0198-4171-4B45-AFFA-AB0013A21551}" presName="sibTrans" presStyleCnt="0"/>
      <dgm:spPr/>
    </dgm:pt>
    <dgm:pt modelId="{322C62CE-56C7-9340-B536-B89C25531D36}" type="pres">
      <dgm:prSet presAssocID="{3AC89791-B715-4C8A-9C2F-30AA7918B3F0}" presName="node" presStyleLbl="node1" presStyleIdx="2" presStyleCnt="4">
        <dgm:presLayoutVars>
          <dgm:bulletEnabled val="1"/>
        </dgm:presLayoutVars>
      </dgm:prSet>
      <dgm:spPr/>
    </dgm:pt>
    <dgm:pt modelId="{AC15DD09-2228-424E-B30A-3DCD81A68198}" type="pres">
      <dgm:prSet presAssocID="{6AE85A41-C72C-4A5F-80EA-DA08D182514D}" presName="sibTrans" presStyleCnt="0"/>
      <dgm:spPr/>
    </dgm:pt>
    <dgm:pt modelId="{E071F8BF-368C-504B-9F75-E42DF043E710}" type="pres">
      <dgm:prSet presAssocID="{DE83C3A5-5D3A-440F-83E3-6D7136465224}" presName="node" presStyleLbl="node1" presStyleIdx="3" presStyleCnt="4">
        <dgm:presLayoutVars>
          <dgm:bulletEnabled val="1"/>
        </dgm:presLayoutVars>
      </dgm:prSet>
      <dgm:spPr/>
    </dgm:pt>
  </dgm:ptLst>
  <dgm:cxnLst>
    <dgm:cxn modelId="{D5A0972A-2599-264E-BF45-3B5F64FAA36A}" type="presOf" srcId="{3AC89791-B715-4C8A-9C2F-30AA7918B3F0}" destId="{322C62CE-56C7-9340-B536-B89C25531D36}" srcOrd="0" destOrd="0" presId="urn:microsoft.com/office/officeart/2005/8/layout/default"/>
    <dgm:cxn modelId="{A2819943-8267-4492-B91E-CFE95D7E3705}" srcId="{8E90C16B-01F4-4D01-A8AA-52160780B13A}" destId="{3AC89791-B715-4C8A-9C2F-30AA7918B3F0}" srcOrd="2" destOrd="0" parTransId="{46D905AC-33F1-45BF-A8D6-29A53FDCE281}" sibTransId="{6AE85A41-C72C-4A5F-80EA-DA08D182514D}"/>
    <dgm:cxn modelId="{7D404D55-C0BD-48A9-AF6A-EE9B572E00C4}" srcId="{8E90C16B-01F4-4D01-A8AA-52160780B13A}" destId="{B7AD4D65-2695-42FF-BA1F-66B58575D602}" srcOrd="1" destOrd="0" parTransId="{7A4DD026-E1CA-4905-BD52-D8FA47F64072}" sibTransId="{F63A0198-4171-4B45-AFFA-AB0013A21551}"/>
    <dgm:cxn modelId="{E5EEF287-3CC1-B048-9AAA-1BD7A40AF62D}" type="presOf" srcId="{431FE97C-4D68-43C9-A9AD-30E93E152294}" destId="{59BCF6A1-1785-4446-98D5-B0D6C10CAC17}" srcOrd="0" destOrd="0" presId="urn:microsoft.com/office/officeart/2005/8/layout/default"/>
    <dgm:cxn modelId="{FBCB5091-D163-C845-81A9-73C061D96BDF}" type="presOf" srcId="{8E90C16B-01F4-4D01-A8AA-52160780B13A}" destId="{DBAE06BB-3F78-B44F-96E6-49BC3F60340D}" srcOrd="0" destOrd="0" presId="urn:microsoft.com/office/officeart/2005/8/layout/default"/>
    <dgm:cxn modelId="{F8271B96-3E11-47DE-8098-D981C26EFD7F}" srcId="{8E90C16B-01F4-4D01-A8AA-52160780B13A}" destId="{DE83C3A5-5D3A-440F-83E3-6D7136465224}" srcOrd="3" destOrd="0" parTransId="{D68DA3DD-3806-4655-9113-63AC27C8A619}" sibTransId="{7B77DFFA-D917-457F-90C3-42CE9D5C0095}"/>
    <dgm:cxn modelId="{77DE12A0-1735-7049-A8FB-139B72C4B272}" type="presOf" srcId="{DE83C3A5-5D3A-440F-83E3-6D7136465224}" destId="{E071F8BF-368C-504B-9F75-E42DF043E710}" srcOrd="0" destOrd="0" presId="urn:microsoft.com/office/officeart/2005/8/layout/default"/>
    <dgm:cxn modelId="{9ECF0BA3-8829-474C-B40D-8959DA8331A0}" type="presOf" srcId="{B7AD4D65-2695-42FF-BA1F-66B58575D602}" destId="{AD343A91-4D93-B842-B4CC-630788DB1390}" srcOrd="0" destOrd="0" presId="urn:microsoft.com/office/officeart/2005/8/layout/default"/>
    <dgm:cxn modelId="{CA31F1E0-DA64-4EB8-903E-EBD8AFBE2042}" srcId="{8E90C16B-01F4-4D01-A8AA-52160780B13A}" destId="{431FE97C-4D68-43C9-A9AD-30E93E152294}" srcOrd="0" destOrd="0" parTransId="{6830252B-C6F7-4C1C-9E6E-F57AD3420F2F}" sibTransId="{11F2B735-F61B-4670-A955-C99D58C2AA26}"/>
    <dgm:cxn modelId="{09D15D6D-8ECB-0E4B-8200-42B3E7B4E852}" type="presParOf" srcId="{DBAE06BB-3F78-B44F-96E6-49BC3F60340D}" destId="{59BCF6A1-1785-4446-98D5-B0D6C10CAC17}" srcOrd="0" destOrd="0" presId="urn:microsoft.com/office/officeart/2005/8/layout/default"/>
    <dgm:cxn modelId="{8A171048-4008-D942-BBE5-5F7F6CBC9DC0}" type="presParOf" srcId="{DBAE06BB-3F78-B44F-96E6-49BC3F60340D}" destId="{96BA6886-1139-B64C-BD93-E69651906FF0}" srcOrd="1" destOrd="0" presId="urn:microsoft.com/office/officeart/2005/8/layout/default"/>
    <dgm:cxn modelId="{9D9EDA19-0A5D-8149-A25C-8D9AE885B05B}" type="presParOf" srcId="{DBAE06BB-3F78-B44F-96E6-49BC3F60340D}" destId="{AD343A91-4D93-B842-B4CC-630788DB1390}" srcOrd="2" destOrd="0" presId="urn:microsoft.com/office/officeart/2005/8/layout/default"/>
    <dgm:cxn modelId="{579C187A-F707-F046-9380-BBC5B0032B34}" type="presParOf" srcId="{DBAE06BB-3F78-B44F-96E6-49BC3F60340D}" destId="{581BA814-46DE-3E4F-9D8D-962CEC8AD194}" srcOrd="3" destOrd="0" presId="urn:microsoft.com/office/officeart/2005/8/layout/default"/>
    <dgm:cxn modelId="{879B8228-03DD-B540-871B-A44CFACF41F0}" type="presParOf" srcId="{DBAE06BB-3F78-B44F-96E6-49BC3F60340D}" destId="{322C62CE-56C7-9340-B536-B89C25531D36}" srcOrd="4" destOrd="0" presId="urn:microsoft.com/office/officeart/2005/8/layout/default"/>
    <dgm:cxn modelId="{AE0A5E4B-152B-6340-8DF1-3FC17F79292B}" type="presParOf" srcId="{DBAE06BB-3F78-B44F-96E6-49BC3F60340D}" destId="{AC15DD09-2228-424E-B30A-3DCD81A68198}" srcOrd="5" destOrd="0" presId="urn:microsoft.com/office/officeart/2005/8/layout/default"/>
    <dgm:cxn modelId="{F6FE8A30-2013-7D4D-BBD3-E260EF3289C3}" type="presParOf" srcId="{DBAE06BB-3F78-B44F-96E6-49BC3F60340D}" destId="{E071F8BF-368C-504B-9F75-E42DF043E71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C53E24-A19E-4684-8CF8-A22DAE1A54E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2E2E9B-1034-4893-9FFE-759111176561}">
      <dgm:prSet/>
      <dgm:spPr/>
      <dgm:t>
        <a:bodyPr/>
        <a:lstStyle/>
        <a:p>
          <a:r>
            <a:rPr lang="en-US"/>
            <a:t>Data cleaning: Removed null-heavy columns</a:t>
          </a:r>
        </a:p>
      </dgm:t>
    </dgm:pt>
    <dgm:pt modelId="{A760AA0E-BF56-4DD9-BFD9-A8C4CD61183D}" type="parTrans" cxnId="{A94C9E03-7557-4DB8-AA97-A2576E89D83E}">
      <dgm:prSet/>
      <dgm:spPr/>
      <dgm:t>
        <a:bodyPr/>
        <a:lstStyle/>
        <a:p>
          <a:endParaRPr lang="en-US"/>
        </a:p>
      </dgm:t>
    </dgm:pt>
    <dgm:pt modelId="{12B4CFB0-436F-432F-9DFE-75C0185BE6CC}" type="sibTrans" cxnId="{A94C9E03-7557-4DB8-AA97-A2576E89D83E}">
      <dgm:prSet/>
      <dgm:spPr/>
      <dgm:t>
        <a:bodyPr/>
        <a:lstStyle/>
        <a:p>
          <a:endParaRPr lang="en-US"/>
        </a:p>
      </dgm:t>
    </dgm:pt>
    <dgm:pt modelId="{6F7A2CA7-28E9-4FFC-ABB5-F081C6223FDF}">
      <dgm:prSet/>
      <dgm:spPr/>
      <dgm:t>
        <a:bodyPr/>
        <a:lstStyle/>
        <a:p>
          <a:r>
            <a:rPr lang="en-US"/>
            <a:t>Feature engineering: GDP per capita, solar per million people</a:t>
          </a:r>
        </a:p>
      </dgm:t>
    </dgm:pt>
    <dgm:pt modelId="{27C17856-FE21-46C8-9894-B621BE497E6D}" type="parTrans" cxnId="{E7D18C3D-2D75-462E-AD43-1F6CFF84BF57}">
      <dgm:prSet/>
      <dgm:spPr/>
      <dgm:t>
        <a:bodyPr/>
        <a:lstStyle/>
        <a:p>
          <a:endParaRPr lang="en-US"/>
        </a:p>
      </dgm:t>
    </dgm:pt>
    <dgm:pt modelId="{79E01D59-FF49-45D1-8AD5-2223150CF9C3}" type="sibTrans" cxnId="{E7D18C3D-2D75-462E-AD43-1F6CFF84BF57}">
      <dgm:prSet/>
      <dgm:spPr/>
      <dgm:t>
        <a:bodyPr/>
        <a:lstStyle/>
        <a:p>
          <a:endParaRPr lang="en-US"/>
        </a:p>
      </dgm:t>
    </dgm:pt>
    <dgm:pt modelId="{4F4DFB91-07A4-4E10-A38D-F60EC2A993A1}">
      <dgm:prSet/>
      <dgm:spPr/>
      <dgm:t>
        <a:bodyPr/>
        <a:lstStyle/>
        <a:p>
          <a:r>
            <a:rPr lang="en-US"/>
            <a:t>EDA: Correlation matrices, distribution analysis, time series</a:t>
          </a:r>
        </a:p>
      </dgm:t>
    </dgm:pt>
    <dgm:pt modelId="{C852F816-B091-4C51-8B38-68FFFAEAC9CC}" type="parTrans" cxnId="{15D3FDBC-C4F4-46D2-B425-813EE36EF8F9}">
      <dgm:prSet/>
      <dgm:spPr/>
      <dgm:t>
        <a:bodyPr/>
        <a:lstStyle/>
        <a:p>
          <a:endParaRPr lang="en-US"/>
        </a:p>
      </dgm:t>
    </dgm:pt>
    <dgm:pt modelId="{7A1851AB-3DB7-44E6-8F0A-4323D2D8D55D}" type="sibTrans" cxnId="{15D3FDBC-C4F4-46D2-B425-813EE36EF8F9}">
      <dgm:prSet/>
      <dgm:spPr/>
      <dgm:t>
        <a:bodyPr/>
        <a:lstStyle/>
        <a:p>
          <a:endParaRPr lang="en-US"/>
        </a:p>
      </dgm:t>
    </dgm:pt>
    <dgm:pt modelId="{C61B9DC0-8AA3-4683-AFB0-72E52C60EEC5}">
      <dgm:prSet/>
      <dgm:spPr/>
      <dgm:t>
        <a:bodyPr/>
        <a:lstStyle/>
        <a:p>
          <a:r>
            <a:rPr lang="en-US"/>
            <a:t>Modeling: Linear regression baseline</a:t>
          </a:r>
        </a:p>
      </dgm:t>
    </dgm:pt>
    <dgm:pt modelId="{9732F853-B3B3-49C1-9BB3-B0EEA658EDD6}" type="parTrans" cxnId="{50A57308-7226-439E-B036-19D7DF80D583}">
      <dgm:prSet/>
      <dgm:spPr/>
      <dgm:t>
        <a:bodyPr/>
        <a:lstStyle/>
        <a:p>
          <a:endParaRPr lang="en-US"/>
        </a:p>
      </dgm:t>
    </dgm:pt>
    <dgm:pt modelId="{95BF2E49-FE9A-4130-95C9-6976DD439124}" type="sibTrans" cxnId="{50A57308-7226-439E-B036-19D7DF80D583}">
      <dgm:prSet/>
      <dgm:spPr/>
      <dgm:t>
        <a:bodyPr/>
        <a:lstStyle/>
        <a:p>
          <a:endParaRPr lang="en-US"/>
        </a:p>
      </dgm:t>
    </dgm:pt>
    <dgm:pt modelId="{3EE386F4-88E7-4625-82F9-0F0DB58A9B3A}" type="pres">
      <dgm:prSet presAssocID="{65C53E24-A19E-4684-8CF8-A22DAE1A54E3}" presName="root" presStyleCnt="0">
        <dgm:presLayoutVars>
          <dgm:dir/>
          <dgm:resizeHandles val="exact"/>
        </dgm:presLayoutVars>
      </dgm:prSet>
      <dgm:spPr/>
    </dgm:pt>
    <dgm:pt modelId="{D82761E4-7928-4071-B309-1D81BF30C9C6}" type="pres">
      <dgm:prSet presAssocID="{65C53E24-A19E-4684-8CF8-A22DAE1A54E3}" presName="container" presStyleCnt="0">
        <dgm:presLayoutVars>
          <dgm:dir/>
          <dgm:resizeHandles val="exact"/>
        </dgm:presLayoutVars>
      </dgm:prSet>
      <dgm:spPr/>
    </dgm:pt>
    <dgm:pt modelId="{964406F7-8BEE-4537-92D6-D5BA753AF3D4}" type="pres">
      <dgm:prSet presAssocID="{312E2E9B-1034-4893-9FFE-759111176561}" presName="compNode" presStyleCnt="0"/>
      <dgm:spPr/>
    </dgm:pt>
    <dgm:pt modelId="{4231E33A-80CA-4ADF-944A-14A85B2C76E5}" type="pres">
      <dgm:prSet presAssocID="{312E2E9B-1034-4893-9FFE-759111176561}" presName="iconBgRect" presStyleLbl="bgShp" presStyleIdx="0" presStyleCnt="4"/>
      <dgm:spPr/>
    </dgm:pt>
    <dgm:pt modelId="{C7DBCFD6-687B-4274-BC2B-485E2CCC414A}" type="pres">
      <dgm:prSet presAssocID="{312E2E9B-1034-4893-9FFE-7591111765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39D8D2A-C621-46B9-A6D3-0B57FFB0FA99}" type="pres">
      <dgm:prSet presAssocID="{312E2E9B-1034-4893-9FFE-759111176561}" presName="spaceRect" presStyleCnt="0"/>
      <dgm:spPr/>
    </dgm:pt>
    <dgm:pt modelId="{869E1401-670D-455F-8CB4-AA876F1ED160}" type="pres">
      <dgm:prSet presAssocID="{312E2E9B-1034-4893-9FFE-759111176561}" presName="textRect" presStyleLbl="revTx" presStyleIdx="0" presStyleCnt="4">
        <dgm:presLayoutVars>
          <dgm:chMax val="1"/>
          <dgm:chPref val="1"/>
        </dgm:presLayoutVars>
      </dgm:prSet>
      <dgm:spPr/>
    </dgm:pt>
    <dgm:pt modelId="{997042BE-1C14-4DFE-B753-DB90CB7C2411}" type="pres">
      <dgm:prSet presAssocID="{12B4CFB0-436F-432F-9DFE-75C0185BE6CC}" presName="sibTrans" presStyleLbl="sibTrans2D1" presStyleIdx="0" presStyleCnt="0"/>
      <dgm:spPr/>
    </dgm:pt>
    <dgm:pt modelId="{33CD6363-1C55-4912-BF4B-3D0F76D33C08}" type="pres">
      <dgm:prSet presAssocID="{6F7A2CA7-28E9-4FFC-ABB5-F081C6223FDF}" presName="compNode" presStyleCnt="0"/>
      <dgm:spPr/>
    </dgm:pt>
    <dgm:pt modelId="{1AED57B2-5A42-4481-B00C-98527CA91744}" type="pres">
      <dgm:prSet presAssocID="{6F7A2CA7-28E9-4FFC-ABB5-F081C6223FDF}" presName="iconBgRect" presStyleLbl="bgShp" presStyleIdx="1" presStyleCnt="4"/>
      <dgm:spPr/>
    </dgm:pt>
    <dgm:pt modelId="{4E2176D0-0B52-4080-A6F2-2825755EC437}" type="pres">
      <dgm:prSet presAssocID="{6F7A2CA7-28E9-4FFC-ABB5-F081C6223F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F9E9FC75-4F02-4682-941A-8715869BCA7E}" type="pres">
      <dgm:prSet presAssocID="{6F7A2CA7-28E9-4FFC-ABB5-F081C6223FDF}" presName="spaceRect" presStyleCnt="0"/>
      <dgm:spPr/>
    </dgm:pt>
    <dgm:pt modelId="{72CDFC89-AF27-416C-8F92-FBD27FDA0669}" type="pres">
      <dgm:prSet presAssocID="{6F7A2CA7-28E9-4FFC-ABB5-F081C6223FDF}" presName="textRect" presStyleLbl="revTx" presStyleIdx="1" presStyleCnt="4">
        <dgm:presLayoutVars>
          <dgm:chMax val="1"/>
          <dgm:chPref val="1"/>
        </dgm:presLayoutVars>
      </dgm:prSet>
      <dgm:spPr/>
    </dgm:pt>
    <dgm:pt modelId="{5BBFA2D7-C690-410C-8240-D94202396395}" type="pres">
      <dgm:prSet presAssocID="{79E01D59-FF49-45D1-8AD5-2223150CF9C3}" presName="sibTrans" presStyleLbl="sibTrans2D1" presStyleIdx="0" presStyleCnt="0"/>
      <dgm:spPr/>
    </dgm:pt>
    <dgm:pt modelId="{2FF98AF7-4697-48B0-B8DA-65D44C7DE9D6}" type="pres">
      <dgm:prSet presAssocID="{4F4DFB91-07A4-4E10-A38D-F60EC2A993A1}" presName="compNode" presStyleCnt="0"/>
      <dgm:spPr/>
    </dgm:pt>
    <dgm:pt modelId="{5D98FF48-5720-4A81-8BC8-D10FC3E5ED2E}" type="pres">
      <dgm:prSet presAssocID="{4F4DFB91-07A4-4E10-A38D-F60EC2A993A1}" presName="iconBgRect" presStyleLbl="bgShp" presStyleIdx="2" presStyleCnt="4"/>
      <dgm:spPr/>
    </dgm:pt>
    <dgm:pt modelId="{39DBB3BC-D016-4084-B67B-33A23AF63F8F}" type="pres">
      <dgm:prSet presAssocID="{4F4DFB91-07A4-4E10-A38D-F60EC2A993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9AC9C59-F076-42F5-A79E-B18B3157CE83}" type="pres">
      <dgm:prSet presAssocID="{4F4DFB91-07A4-4E10-A38D-F60EC2A993A1}" presName="spaceRect" presStyleCnt="0"/>
      <dgm:spPr/>
    </dgm:pt>
    <dgm:pt modelId="{534E5BB7-3ECF-4D42-AAE8-54B8861B06F1}" type="pres">
      <dgm:prSet presAssocID="{4F4DFB91-07A4-4E10-A38D-F60EC2A993A1}" presName="textRect" presStyleLbl="revTx" presStyleIdx="2" presStyleCnt="4">
        <dgm:presLayoutVars>
          <dgm:chMax val="1"/>
          <dgm:chPref val="1"/>
        </dgm:presLayoutVars>
      </dgm:prSet>
      <dgm:spPr/>
    </dgm:pt>
    <dgm:pt modelId="{29CAC6A4-8593-4D7B-A2E5-58FCC4E624E8}" type="pres">
      <dgm:prSet presAssocID="{7A1851AB-3DB7-44E6-8F0A-4323D2D8D55D}" presName="sibTrans" presStyleLbl="sibTrans2D1" presStyleIdx="0" presStyleCnt="0"/>
      <dgm:spPr/>
    </dgm:pt>
    <dgm:pt modelId="{B9D5B689-9263-4669-9508-E95530E2774F}" type="pres">
      <dgm:prSet presAssocID="{C61B9DC0-8AA3-4683-AFB0-72E52C60EEC5}" presName="compNode" presStyleCnt="0"/>
      <dgm:spPr/>
    </dgm:pt>
    <dgm:pt modelId="{0D8D04E9-A97B-445C-A2E4-95FC055FC257}" type="pres">
      <dgm:prSet presAssocID="{C61B9DC0-8AA3-4683-AFB0-72E52C60EEC5}" presName="iconBgRect" presStyleLbl="bgShp" presStyleIdx="3" presStyleCnt="4"/>
      <dgm:spPr/>
    </dgm:pt>
    <dgm:pt modelId="{63B897E6-A6B0-4130-9C40-2745076BFB98}" type="pres">
      <dgm:prSet presAssocID="{C61B9DC0-8AA3-4683-AFB0-72E52C60EE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CDD6D14-8AC0-46B1-975B-96B7686AB367}" type="pres">
      <dgm:prSet presAssocID="{C61B9DC0-8AA3-4683-AFB0-72E52C60EEC5}" presName="spaceRect" presStyleCnt="0"/>
      <dgm:spPr/>
    </dgm:pt>
    <dgm:pt modelId="{B4B50C29-022D-4B1E-A3D8-68BA674B38DB}" type="pres">
      <dgm:prSet presAssocID="{C61B9DC0-8AA3-4683-AFB0-72E52C60EE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4C9E03-7557-4DB8-AA97-A2576E89D83E}" srcId="{65C53E24-A19E-4684-8CF8-A22DAE1A54E3}" destId="{312E2E9B-1034-4893-9FFE-759111176561}" srcOrd="0" destOrd="0" parTransId="{A760AA0E-BF56-4DD9-BFD9-A8C4CD61183D}" sibTransId="{12B4CFB0-436F-432F-9DFE-75C0185BE6CC}"/>
    <dgm:cxn modelId="{8C20A803-F6A9-4CB9-8E83-D1FE588935DD}" type="presOf" srcId="{312E2E9B-1034-4893-9FFE-759111176561}" destId="{869E1401-670D-455F-8CB4-AA876F1ED160}" srcOrd="0" destOrd="0" presId="urn:microsoft.com/office/officeart/2018/2/layout/IconCircleList"/>
    <dgm:cxn modelId="{50A57308-7226-439E-B036-19D7DF80D583}" srcId="{65C53E24-A19E-4684-8CF8-A22DAE1A54E3}" destId="{C61B9DC0-8AA3-4683-AFB0-72E52C60EEC5}" srcOrd="3" destOrd="0" parTransId="{9732F853-B3B3-49C1-9BB3-B0EEA658EDD6}" sibTransId="{95BF2E49-FE9A-4130-95C9-6976DD439124}"/>
    <dgm:cxn modelId="{7BB0CE1F-45B2-4F6B-B96A-69E9909A5228}" type="presOf" srcId="{65C53E24-A19E-4684-8CF8-A22DAE1A54E3}" destId="{3EE386F4-88E7-4625-82F9-0F0DB58A9B3A}" srcOrd="0" destOrd="0" presId="urn:microsoft.com/office/officeart/2018/2/layout/IconCircleList"/>
    <dgm:cxn modelId="{3065792D-75A1-4A1F-A6CD-54C38AFFCC5D}" type="presOf" srcId="{79E01D59-FF49-45D1-8AD5-2223150CF9C3}" destId="{5BBFA2D7-C690-410C-8240-D94202396395}" srcOrd="0" destOrd="0" presId="urn:microsoft.com/office/officeart/2018/2/layout/IconCircleList"/>
    <dgm:cxn modelId="{29788738-AE00-470E-BDAE-C24A4272BBEC}" type="presOf" srcId="{12B4CFB0-436F-432F-9DFE-75C0185BE6CC}" destId="{997042BE-1C14-4DFE-B753-DB90CB7C2411}" srcOrd="0" destOrd="0" presId="urn:microsoft.com/office/officeart/2018/2/layout/IconCircleList"/>
    <dgm:cxn modelId="{BF8A413C-36E4-4956-9C2A-57D40C7A8659}" type="presOf" srcId="{6F7A2CA7-28E9-4FFC-ABB5-F081C6223FDF}" destId="{72CDFC89-AF27-416C-8F92-FBD27FDA0669}" srcOrd="0" destOrd="0" presId="urn:microsoft.com/office/officeart/2018/2/layout/IconCircleList"/>
    <dgm:cxn modelId="{E7D18C3D-2D75-462E-AD43-1F6CFF84BF57}" srcId="{65C53E24-A19E-4684-8CF8-A22DAE1A54E3}" destId="{6F7A2CA7-28E9-4FFC-ABB5-F081C6223FDF}" srcOrd="1" destOrd="0" parTransId="{27C17856-FE21-46C8-9894-B621BE497E6D}" sibTransId="{79E01D59-FF49-45D1-8AD5-2223150CF9C3}"/>
    <dgm:cxn modelId="{21BA703F-BF95-4BA1-B2E9-D3E3C0ABC286}" type="presOf" srcId="{7A1851AB-3DB7-44E6-8F0A-4323D2D8D55D}" destId="{29CAC6A4-8593-4D7B-A2E5-58FCC4E624E8}" srcOrd="0" destOrd="0" presId="urn:microsoft.com/office/officeart/2018/2/layout/IconCircleList"/>
    <dgm:cxn modelId="{38040882-FFD5-4036-B711-903035CEBF82}" type="presOf" srcId="{4F4DFB91-07A4-4E10-A38D-F60EC2A993A1}" destId="{534E5BB7-3ECF-4D42-AAE8-54B8861B06F1}" srcOrd="0" destOrd="0" presId="urn:microsoft.com/office/officeart/2018/2/layout/IconCircleList"/>
    <dgm:cxn modelId="{15D3FDBC-C4F4-46D2-B425-813EE36EF8F9}" srcId="{65C53E24-A19E-4684-8CF8-A22DAE1A54E3}" destId="{4F4DFB91-07A4-4E10-A38D-F60EC2A993A1}" srcOrd="2" destOrd="0" parTransId="{C852F816-B091-4C51-8B38-68FFFAEAC9CC}" sibTransId="{7A1851AB-3DB7-44E6-8F0A-4323D2D8D55D}"/>
    <dgm:cxn modelId="{87B0ADDD-831B-4362-B701-3640651B8C78}" type="presOf" srcId="{C61B9DC0-8AA3-4683-AFB0-72E52C60EEC5}" destId="{B4B50C29-022D-4B1E-A3D8-68BA674B38DB}" srcOrd="0" destOrd="0" presId="urn:microsoft.com/office/officeart/2018/2/layout/IconCircleList"/>
    <dgm:cxn modelId="{B196B250-449B-4C92-B289-5A748169583A}" type="presParOf" srcId="{3EE386F4-88E7-4625-82F9-0F0DB58A9B3A}" destId="{D82761E4-7928-4071-B309-1D81BF30C9C6}" srcOrd="0" destOrd="0" presId="urn:microsoft.com/office/officeart/2018/2/layout/IconCircleList"/>
    <dgm:cxn modelId="{F8606EFD-CDEA-496F-B348-D03B54A9F649}" type="presParOf" srcId="{D82761E4-7928-4071-B309-1D81BF30C9C6}" destId="{964406F7-8BEE-4537-92D6-D5BA753AF3D4}" srcOrd="0" destOrd="0" presId="urn:microsoft.com/office/officeart/2018/2/layout/IconCircleList"/>
    <dgm:cxn modelId="{0173A2A1-E5AB-45F2-B261-BDE70181660B}" type="presParOf" srcId="{964406F7-8BEE-4537-92D6-D5BA753AF3D4}" destId="{4231E33A-80CA-4ADF-944A-14A85B2C76E5}" srcOrd="0" destOrd="0" presId="urn:microsoft.com/office/officeart/2018/2/layout/IconCircleList"/>
    <dgm:cxn modelId="{9075E609-E54D-4FB0-9392-39D8D392F9C4}" type="presParOf" srcId="{964406F7-8BEE-4537-92D6-D5BA753AF3D4}" destId="{C7DBCFD6-687B-4274-BC2B-485E2CCC414A}" srcOrd="1" destOrd="0" presId="urn:microsoft.com/office/officeart/2018/2/layout/IconCircleList"/>
    <dgm:cxn modelId="{99A200FB-7B3B-404B-96F8-D5504F2E79DC}" type="presParOf" srcId="{964406F7-8BEE-4537-92D6-D5BA753AF3D4}" destId="{C39D8D2A-C621-46B9-A6D3-0B57FFB0FA99}" srcOrd="2" destOrd="0" presId="urn:microsoft.com/office/officeart/2018/2/layout/IconCircleList"/>
    <dgm:cxn modelId="{9B11EB94-6FFF-427C-B175-B54F50868127}" type="presParOf" srcId="{964406F7-8BEE-4537-92D6-D5BA753AF3D4}" destId="{869E1401-670D-455F-8CB4-AA876F1ED160}" srcOrd="3" destOrd="0" presId="urn:microsoft.com/office/officeart/2018/2/layout/IconCircleList"/>
    <dgm:cxn modelId="{DF62C89D-A337-40B8-AB44-7B92C17769E7}" type="presParOf" srcId="{D82761E4-7928-4071-B309-1D81BF30C9C6}" destId="{997042BE-1C14-4DFE-B753-DB90CB7C2411}" srcOrd="1" destOrd="0" presId="urn:microsoft.com/office/officeart/2018/2/layout/IconCircleList"/>
    <dgm:cxn modelId="{980C726B-E9B9-40D0-90AD-DE54AB87034C}" type="presParOf" srcId="{D82761E4-7928-4071-B309-1D81BF30C9C6}" destId="{33CD6363-1C55-4912-BF4B-3D0F76D33C08}" srcOrd="2" destOrd="0" presId="urn:microsoft.com/office/officeart/2018/2/layout/IconCircleList"/>
    <dgm:cxn modelId="{E4C38695-3F2A-4CE5-870A-1C1C956B51D9}" type="presParOf" srcId="{33CD6363-1C55-4912-BF4B-3D0F76D33C08}" destId="{1AED57B2-5A42-4481-B00C-98527CA91744}" srcOrd="0" destOrd="0" presId="urn:microsoft.com/office/officeart/2018/2/layout/IconCircleList"/>
    <dgm:cxn modelId="{169087F6-761C-4C06-9C89-8E47742F57E3}" type="presParOf" srcId="{33CD6363-1C55-4912-BF4B-3D0F76D33C08}" destId="{4E2176D0-0B52-4080-A6F2-2825755EC437}" srcOrd="1" destOrd="0" presId="urn:microsoft.com/office/officeart/2018/2/layout/IconCircleList"/>
    <dgm:cxn modelId="{9E07731D-4B94-4205-81E3-8CFD6E1CE00B}" type="presParOf" srcId="{33CD6363-1C55-4912-BF4B-3D0F76D33C08}" destId="{F9E9FC75-4F02-4682-941A-8715869BCA7E}" srcOrd="2" destOrd="0" presId="urn:microsoft.com/office/officeart/2018/2/layout/IconCircleList"/>
    <dgm:cxn modelId="{4BFB56A0-790B-4297-80B9-671598AA78D3}" type="presParOf" srcId="{33CD6363-1C55-4912-BF4B-3D0F76D33C08}" destId="{72CDFC89-AF27-416C-8F92-FBD27FDA0669}" srcOrd="3" destOrd="0" presId="urn:microsoft.com/office/officeart/2018/2/layout/IconCircleList"/>
    <dgm:cxn modelId="{78F1C3BB-74A9-4C69-94B2-B087852D0EB2}" type="presParOf" srcId="{D82761E4-7928-4071-B309-1D81BF30C9C6}" destId="{5BBFA2D7-C690-410C-8240-D94202396395}" srcOrd="3" destOrd="0" presId="urn:microsoft.com/office/officeart/2018/2/layout/IconCircleList"/>
    <dgm:cxn modelId="{110761C1-494A-480F-9357-9944A17793CD}" type="presParOf" srcId="{D82761E4-7928-4071-B309-1D81BF30C9C6}" destId="{2FF98AF7-4697-48B0-B8DA-65D44C7DE9D6}" srcOrd="4" destOrd="0" presId="urn:microsoft.com/office/officeart/2018/2/layout/IconCircleList"/>
    <dgm:cxn modelId="{A7A9C935-D9D6-4708-B92B-F212816888CE}" type="presParOf" srcId="{2FF98AF7-4697-48B0-B8DA-65D44C7DE9D6}" destId="{5D98FF48-5720-4A81-8BC8-D10FC3E5ED2E}" srcOrd="0" destOrd="0" presId="urn:microsoft.com/office/officeart/2018/2/layout/IconCircleList"/>
    <dgm:cxn modelId="{FF44574D-6A60-4FFE-970A-2235F2558FC6}" type="presParOf" srcId="{2FF98AF7-4697-48B0-B8DA-65D44C7DE9D6}" destId="{39DBB3BC-D016-4084-B67B-33A23AF63F8F}" srcOrd="1" destOrd="0" presId="urn:microsoft.com/office/officeart/2018/2/layout/IconCircleList"/>
    <dgm:cxn modelId="{C721502B-237A-4A69-8411-7E90D597646E}" type="presParOf" srcId="{2FF98AF7-4697-48B0-B8DA-65D44C7DE9D6}" destId="{39AC9C59-F076-42F5-A79E-B18B3157CE83}" srcOrd="2" destOrd="0" presId="urn:microsoft.com/office/officeart/2018/2/layout/IconCircleList"/>
    <dgm:cxn modelId="{7D47865A-3458-4266-89AD-3433534BF330}" type="presParOf" srcId="{2FF98AF7-4697-48B0-B8DA-65D44C7DE9D6}" destId="{534E5BB7-3ECF-4D42-AAE8-54B8861B06F1}" srcOrd="3" destOrd="0" presId="urn:microsoft.com/office/officeart/2018/2/layout/IconCircleList"/>
    <dgm:cxn modelId="{2D758708-5744-4AFA-A455-88575DAEC684}" type="presParOf" srcId="{D82761E4-7928-4071-B309-1D81BF30C9C6}" destId="{29CAC6A4-8593-4D7B-A2E5-58FCC4E624E8}" srcOrd="5" destOrd="0" presId="urn:microsoft.com/office/officeart/2018/2/layout/IconCircleList"/>
    <dgm:cxn modelId="{5D7F32F3-FECA-49EE-B055-E8B5DFE70ADA}" type="presParOf" srcId="{D82761E4-7928-4071-B309-1D81BF30C9C6}" destId="{B9D5B689-9263-4669-9508-E95530E2774F}" srcOrd="6" destOrd="0" presId="urn:microsoft.com/office/officeart/2018/2/layout/IconCircleList"/>
    <dgm:cxn modelId="{DECEE345-DB27-428B-BE58-062D98648DD3}" type="presParOf" srcId="{B9D5B689-9263-4669-9508-E95530E2774F}" destId="{0D8D04E9-A97B-445C-A2E4-95FC055FC257}" srcOrd="0" destOrd="0" presId="urn:microsoft.com/office/officeart/2018/2/layout/IconCircleList"/>
    <dgm:cxn modelId="{A7758FDC-961E-40CD-BBFC-17658F4CF217}" type="presParOf" srcId="{B9D5B689-9263-4669-9508-E95530E2774F}" destId="{63B897E6-A6B0-4130-9C40-2745076BFB98}" srcOrd="1" destOrd="0" presId="urn:microsoft.com/office/officeart/2018/2/layout/IconCircleList"/>
    <dgm:cxn modelId="{124200C3-1141-4209-B676-D12FBD532ECC}" type="presParOf" srcId="{B9D5B689-9263-4669-9508-E95530E2774F}" destId="{2CDD6D14-8AC0-46B1-975B-96B7686AB367}" srcOrd="2" destOrd="0" presId="urn:microsoft.com/office/officeart/2018/2/layout/IconCircleList"/>
    <dgm:cxn modelId="{CB447EC8-1B56-439C-A696-C7A080E7ACCE}" type="presParOf" srcId="{B9D5B689-9263-4669-9508-E95530E2774F}" destId="{B4B50C29-022D-4B1E-A3D8-68BA674B38D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AE380A-6FEE-43A5-8BB2-F03F236A96D4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0F342F-BB7F-4D6A-8907-8D272BCDF233}">
      <dgm:prSet/>
      <dgm:spPr/>
      <dgm:t>
        <a:bodyPr/>
        <a:lstStyle/>
        <a:p>
          <a:r>
            <a:rPr lang="en-US"/>
            <a:t>Model Performance:</a:t>
          </a:r>
        </a:p>
      </dgm:t>
    </dgm:pt>
    <dgm:pt modelId="{CAC193F6-F0A2-46EF-B440-92CA2C71A0E8}" type="parTrans" cxnId="{C575D0EC-A43E-4E0C-9A34-FF96153BFCDF}">
      <dgm:prSet/>
      <dgm:spPr/>
      <dgm:t>
        <a:bodyPr/>
        <a:lstStyle/>
        <a:p>
          <a:endParaRPr lang="en-US"/>
        </a:p>
      </dgm:t>
    </dgm:pt>
    <dgm:pt modelId="{E01BD6A8-2D45-4928-A79D-552037CA0CA8}" type="sibTrans" cxnId="{C575D0EC-A43E-4E0C-9A34-FF96153BFCDF}">
      <dgm:prSet/>
      <dgm:spPr/>
      <dgm:t>
        <a:bodyPr/>
        <a:lstStyle/>
        <a:p>
          <a:endParaRPr lang="en-US"/>
        </a:p>
      </dgm:t>
    </dgm:pt>
    <dgm:pt modelId="{0D7D8C5C-F63C-4478-9C1C-AD7DEF6364E0}">
      <dgm:prSet/>
      <dgm:spPr/>
      <dgm:t>
        <a:bodyPr/>
        <a:lstStyle/>
        <a:p>
          <a:r>
            <a:rPr lang="en-US"/>
            <a:t>- Linear Regression: RMSE = 39.41, R² = -1.27</a:t>
          </a:r>
        </a:p>
      </dgm:t>
    </dgm:pt>
    <dgm:pt modelId="{A62BA1D7-111E-4768-BF25-0F37772F9DB4}" type="parTrans" cxnId="{DACF707C-0DAC-4C77-B376-710351E54C60}">
      <dgm:prSet/>
      <dgm:spPr/>
      <dgm:t>
        <a:bodyPr/>
        <a:lstStyle/>
        <a:p>
          <a:endParaRPr lang="en-US"/>
        </a:p>
      </dgm:t>
    </dgm:pt>
    <dgm:pt modelId="{934A1BDF-F2B1-4DED-8ACF-438D4534A6F3}" type="sibTrans" cxnId="{DACF707C-0DAC-4C77-B376-710351E54C60}">
      <dgm:prSet/>
      <dgm:spPr/>
      <dgm:t>
        <a:bodyPr/>
        <a:lstStyle/>
        <a:p>
          <a:endParaRPr lang="en-US"/>
        </a:p>
      </dgm:t>
    </dgm:pt>
    <dgm:pt modelId="{5E35C882-E72A-4C85-982D-CDE919880F2A}">
      <dgm:prSet/>
      <dgm:spPr/>
      <dgm:t>
        <a:bodyPr/>
        <a:lstStyle/>
        <a:p>
          <a:r>
            <a:rPr lang="en-US"/>
            <a:t>- Random Forest: RMSE = 9.00, R² = 0.88</a:t>
          </a:r>
        </a:p>
      </dgm:t>
    </dgm:pt>
    <dgm:pt modelId="{E44ED08B-511C-4B61-9D38-11ED5DC64549}" type="parTrans" cxnId="{3CA02F6A-00AE-48DB-B3D3-6A7ACA89C9B7}">
      <dgm:prSet/>
      <dgm:spPr/>
      <dgm:t>
        <a:bodyPr/>
        <a:lstStyle/>
        <a:p>
          <a:endParaRPr lang="en-US"/>
        </a:p>
      </dgm:t>
    </dgm:pt>
    <dgm:pt modelId="{AB48C57F-2D7F-4E71-B485-216C6F44E02A}" type="sibTrans" cxnId="{3CA02F6A-00AE-48DB-B3D3-6A7ACA89C9B7}">
      <dgm:prSet/>
      <dgm:spPr/>
      <dgm:t>
        <a:bodyPr/>
        <a:lstStyle/>
        <a:p>
          <a:endParaRPr lang="en-US"/>
        </a:p>
      </dgm:t>
    </dgm:pt>
    <dgm:pt modelId="{E01C2088-4E93-4429-BAA5-6C39965AE352}">
      <dgm:prSet/>
      <dgm:spPr/>
      <dgm:t>
        <a:bodyPr/>
        <a:lstStyle/>
        <a:p>
          <a:r>
            <a:rPr lang="en-US"/>
            <a:t>- XGBoost: RMSE = 9.92, R² = 0.86</a:t>
          </a:r>
        </a:p>
      </dgm:t>
    </dgm:pt>
    <dgm:pt modelId="{939630ED-4C5C-45C3-BF28-CA014FA72222}" type="parTrans" cxnId="{368B183A-3B34-4E0F-A223-9892E5488CCB}">
      <dgm:prSet/>
      <dgm:spPr/>
      <dgm:t>
        <a:bodyPr/>
        <a:lstStyle/>
        <a:p>
          <a:endParaRPr lang="en-US"/>
        </a:p>
      </dgm:t>
    </dgm:pt>
    <dgm:pt modelId="{6A32DA63-22FB-400F-964A-254A2F3D34BC}" type="sibTrans" cxnId="{368B183A-3B34-4E0F-A223-9892E5488CCB}">
      <dgm:prSet/>
      <dgm:spPr/>
      <dgm:t>
        <a:bodyPr/>
        <a:lstStyle/>
        <a:p>
          <a:endParaRPr lang="en-US"/>
        </a:p>
      </dgm:t>
    </dgm:pt>
    <dgm:pt modelId="{0A3A7DF9-2AA2-4CA0-87F4-7EB86D573051}">
      <dgm:prSet/>
      <dgm:spPr/>
      <dgm:t>
        <a:bodyPr/>
        <a:lstStyle/>
        <a:p>
          <a:r>
            <a:rPr lang="en-US"/>
            <a:t>- K-Nearest Neighbors: RMSE = 14.04, R² = 0.72</a:t>
          </a:r>
        </a:p>
      </dgm:t>
    </dgm:pt>
    <dgm:pt modelId="{55CA5AF6-E0C3-4473-9764-2EEE316029CA}" type="parTrans" cxnId="{DEFBD561-5A1B-4D34-9DB4-BA4A1CF8B7D1}">
      <dgm:prSet/>
      <dgm:spPr/>
      <dgm:t>
        <a:bodyPr/>
        <a:lstStyle/>
        <a:p>
          <a:endParaRPr lang="en-US"/>
        </a:p>
      </dgm:t>
    </dgm:pt>
    <dgm:pt modelId="{C77ED939-51E2-4E49-BB3F-B9D7402B1119}" type="sibTrans" cxnId="{DEFBD561-5A1B-4D34-9DB4-BA4A1CF8B7D1}">
      <dgm:prSet/>
      <dgm:spPr/>
      <dgm:t>
        <a:bodyPr/>
        <a:lstStyle/>
        <a:p>
          <a:endParaRPr lang="en-US"/>
        </a:p>
      </dgm:t>
    </dgm:pt>
    <dgm:pt modelId="{AB92CC7E-1650-4100-BA24-6A81169424E8}">
      <dgm:prSet/>
      <dgm:spPr/>
      <dgm:t>
        <a:bodyPr/>
        <a:lstStyle/>
        <a:p>
          <a:r>
            <a:rPr lang="en-US"/>
            <a:t>Observations:</a:t>
          </a:r>
        </a:p>
      </dgm:t>
    </dgm:pt>
    <dgm:pt modelId="{6E01AE46-FBF6-455B-86C5-B2F69983E5DF}" type="parTrans" cxnId="{9E2F17CD-8448-43D7-8586-30CC8BC8F946}">
      <dgm:prSet/>
      <dgm:spPr/>
      <dgm:t>
        <a:bodyPr/>
        <a:lstStyle/>
        <a:p>
          <a:endParaRPr lang="en-US"/>
        </a:p>
      </dgm:t>
    </dgm:pt>
    <dgm:pt modelId="{8E0B0E29-1648-4E06-949F-D93742814849}" type="sibTrans" cxnId="{9E2F17CD-8448-43D7-8586-30CC8BC8F946}">
      <dgm:prSet/>
      <dgm:spPr/>
      <dgm:t>
        <a:bodyPr/>
        <a:lstStyle/>
        <a:p>
          <a:endParaRPr lang="en-US"/>
        </a:p>
      </dgm:t>
    </dgm:pt>
    <dgm:pt modelId="{8F89A554-BD4B-421A-AD61-8F9EEE7AF4C2}">
      <dgm:prSet/>
      <dgm:spPr/>
      <dgm:t>
        <a:bodyPr/>
        <a:lstStyle/>
        <a:p>
          <a:r>
            <a:rPr lang="en-US"/>
            <a:t>- Random Forest performed best overall.</a:t>
          </a:r>
        </a:p>
      </dgm:t>
    </dgm:pt>
    <dgm:pt modelId="{76A76346-8543-44A8-9AF5-263FAD613A70}" type="parTrans" cxnId="{B5036295-14E2-4A8B-A69F-A5440B890225}">
      <dgm:prSet/>
      <dgm:spPr/>
      <dgm:t>
        <a:bodyPr/>
        <a:lstStyle/>
        <a:p>
          <a:endParaRPr lang="en-US"/>
        </a:p>
      </dgm:t>
    </dgm:pt>
    <dgm:pt modelId="{0AACCBAF-3433-4ED3-B64F-718AF0A659C7}" type="sibTrans" cxnId="{B5036295-14E2-4A8B-A69F-A5440B890225}">
      <dgm:prSet/>
      <dgm:spPr/>
      <dgm:t>
        <a:bodyPr/>
        <a:lstStyle/>
        <a:p>
          <a:endParaRPr lang="en-US"/>
        </a:p>
      </dgm:t>
    </dgm:pt>
    <dgm:pt modelId="{FF35FBB1-DCF2-4910-AE89-E4E26901F14C}">
      <dgm:prSet/>
      <dgm:spPr/>
      <dgm:t>
        <a:bodyPr/>
        <a:lstStyle/>
        <a:p>
          <a:r>
            <a:rPr lang="en-US"/>
            <a:t>- XGBoost was nearly as strong.</a:t>
          </a:r>
        </a:p>
      </dgm:t>
    </dgm:pt>
    <dgm:pt modelId="{42B2D7BA-C4BF-4DE5-A4BB-BF1251492B26}" type="parTrans" cxnId="{F26E6758-418D-4F4A-9DDD-02E6B591C01E}">
      <dgm:prSet/>
      <dgm:spPr/>
      <dgm:t>
        <a:bodyPr/>
        <a:lstStyle/>
        <a:p>
          <a:endParaRPr lang="en-US"/>
        </a:p>
      </dgm:t>
    </dgm:pt>
    <dgm:pt modelId="{2425BA04-48C9-49D9-9264-DFD62471E362}" type="sibTrans" cxnId="{F26E6758-418D-4F4A-9DDD-02E6B591C01E}">
      <dgm:prSet/>
      <dgm:spPr/>
      <dgm:t>
        <a:bodyPr/>
        <a:lstStyle/>
        <a:p>
          <a:endParaRPr lang="en-US"/>
        </a:p>
      </dgm:t>
    </dgm:pt>
    <dgm:pt modelId="{513F4E95-C534-4A9C-A7EE-6D3E8FFA8314}">
      <dgm:prSet/>
      <dgm:spPr/>
      <dgm:t>
        <a:bodyPr/>
        <a:lstStyle/>
        <a:p>
          <a:r>
            <a:rPr lang="en-US"/>
            <a:t>- KNN provided a good middle-ground baseline.</a:t>
          </a:r>
        </a:p>
      </dgm:t>
    </dgm:pt>
    <dgm:pt modelId="{382F104D-B82C-4B55-A2DC-E0EE1C9790E6}" type="parTrans" cxnId="{35A71A1B-B7F9-45F1-A4E5-2218142297E5}">
      <dgm:prSet/>
      <dgm:spPr/>
      <dgm:t>
        <a:bodyPr/>
        <a:lstStyle/>
        <a:p>
          <a:endParaRPr lang="en-US"/>
        </a:p>
      </dgm:t>
    </dgm:pt>
    <dgm:pt modelId="{C7814F4D-5B85-4B85-BEF6-F65553DEC4F8}" type="sibTrans" cxnId="{35A71A1B-B7F9-45F1-A4E5-2218142297E5}">
      <dgm:prSet/>
      <dgm:spPr/>
      <dgm:t>
        <a:bodyPr/>
        <a:lstStyle/>
        <a:p>
          <a:endParaRPr lang="en-US"/>
        </a:p>
      </dgm:t>
    </dgm:pt>
    <dgm:pt modelId="{2DCEEDE6-D7C2-44DE-8FCF-60D0DA0490B6}">
      <dgm:prSet/>
      <dgm:spPr/>
      <dgm:t>
        <a:bodyPr/>
        <a:lstStyle/>
        <a:p>
          <a:r>
            <a:rPr lang="en-US"/>
            <a:t>- Linear Regression was the weakest, validating need for non-linear models.</a:t>
          </a:r>
        </a:p>
      </dgm:t>
    </dgm:pt>
    <dgm:pt modelId="{B2A2F8F3-0390-4B79-AB55-49C2FF9C06FA}" type="parTrans" cxnId="{DB1C222B-AC3A-404F-ADE6-7CF689C4D3EF}">
      <dgm:prSet/>
      <dgm:spPr/>
      <dgm:t>
        <a:bodyPr/>
        <a:lstStyle/>
        <a:p>
          <a:endParaRPr lang="en-US"/>
        </a:p>
      </dgm:t>
    </dgm:pt>
    <dgm:pt modelId="{C0F30A42-9D89-4A8A-B17E-8234D152E0F6}" type="sibTrans" cxnId="{DB1C222B-AC3A-404F-ADE6-7CF689C4D3EF}">
      <dgm:prSet/>
      <dgm:spPr/>
      <dgm:t>
        <a:bodyPr/>
        <a:lstStyle/>
        <a:p>
          <a:endParaRPr lang="en-US"/>
        </a:p>
      </dgm:t>
    </dgm:pt>
    <dgm:pt modelId="{6454D5BA-AB35-5C43-95EA-556C08239FDA}" type="pres">
      <dgm:prSet presAssocID="{D4AE380A-6FEE-43A5-8BB2-F03F236A96D4}" presName="Name0" presStyleCnt="0">
        <dgm:presLayoutVars>
          <dgm:dir/>
          <dgm:resizeHandles val="exact"/>
        </dgm:presLayoutVars>
      </dgm:prSet>
      <dgm:spPr/>
    </dgm:pt>
    <dgm:pt modelId="{78954D23-CA5E-5546-AB5A-F5EC649F0B61}" type="pres">
      <dgm:prSet presAssocID="{190F342F-BB7F-4D6A-8907-8D272BCDF233}" presName="node" presStyleLbl="node1" presStyleIdx="0" presStyleCnt="10">
        <dgm:presLayoutVars>
          <dgm:bulletEnabled val="1"/>
        </dgm:presLayoutVars>
      </dgm:prSet>
      <dgm:spPr/>
    </dgm:pt>
    <dgm:pt modelId="{CAFB801E-BA39-B646-A10C-8F8DC2025652}" type="pres">
      <dgm:prSet presAssocID="{E01BD6A8-2D45-4928-A79D-552037CA0CA8}" presName="sibTrans" presStyleLbl="sibTrans1D1" presStyleIdx="0" presStyleCnt="9"/>
      <dgm:spPr/>
    </dgm:pt>
    <dgm:pt modelId="{DEC78765-4291-A340-8378-7142DC99B54F}" type="pres">
      <dgm:prSet presAssocID="{E01BD6A8-2D45-4928-A79D-552037CA0CA8}" presName="connectorText" presStyleLbl="sibTrans1D1" presStyleIdx="0" presStyleCnt="9"/>
      <dgm:spPr/>
    </dgm:pt>
    <dgm:pt modelId="{A872A45C-8197-C84A-9A41-42149CA07093}" type="pres">
      <dgm:prSet presAssocID="{0D7D8C5C-F63C-4478-9C1C-AD7DEF6364E0}" presName="node" presStyleLbl="node1" presStyleIdx="1" presStyleCnt="10">
        <dgm:presLayoutVars>
          <dgm:bulletEnabled val="1"/>
        </dgm:presLayoutVars>
      </dgm:prSet>
      <dgm:spPr/>
    </dgm:pt>
    <dgm:pt modelId="{039B5329-981C-BB4E-BDD9-65DDF844494D}" type="pres">
      <dgm:prSet presAssocID="{934A1BDF-F2B1-4DED-8ACF-438D4534A6F3}" presName="sibTrans" presStyleLbl="sibTrans1D1" presStyleIdx="1" presStyleCnt="9"/>
      <dgm:spPr/>
    </dgm:pt>
    <dgm:pt modelId="{7901477C-E8B2-F24B-9751-9F986DAFE866}" type="pres">
      <dgm:prSet presAssocID="{934A1BDF-F2B1-4DED-8ACF-438D4534A6F3}" presName="connectorText" presStyleLbl="sibTrans1D1" presStyleIdx="1" presStyleCnt="9"/>
      <dgm:spPr/>
    </dgm:pt>
    <dgm:pt modelId="{EC5EF21B-6B38-094B-972F-63E512A50462}" type="pres">
      <dgm:prSet presAssocID="{5E35C882-E72A-4C85-982D-CDE919880F2A}" presName="node" presStyleLbl="node1" presStyleIdx="2" presStyleCnt="10">
        <dgm:presLayoutVars>
          <dgm:bulletEnabled val="1"/>
        </dgm:presLayoutVars>
      </dgm:prSet>
      <dgm:spPr/>
    </dgm:pt>
    <dgm:pt modelId="{6AEEECA7-7475-8842-B8F2-112FA3E1E0D8}" type="pres">
      <dgm:prSet presAssocID="{AB48C57F-2D7F-4E71-B485-216C6F44E02A}" presName="sibTrans" presStyleLbl="sibTrans1D1" presStyleIdx="2" presStyleCnt="9"/>
      <dgm:spPr/>
    </dgm:pt>
    <dgm:pt modelId="{4BE94E6B-18EB-1846-85FF-CF3BADA18495}" type="pres">
      <dgm:prSet presAssocID="{AB48C57F-2D7F-4E71-B485-216C6F44E02A}" presName="connectorText" presStyleLbl="sibTrans1D1" presStyleIdx="2" presStyleCnt="9"/>
      <dgm:spPr/>
    </dgm:pt>
    <dgm:pt modelId="{A00DAFA6-72DA-5049-BBD0-C0975DEB7E41}" type="pres">
      <dgm:prSet presAssocID="{E01C2088-4E93-4429-BAA5-6C39965AE352}" presName="node" presStyleLbl="node1" presStyleIdx="3" presStyleCnt="10">
        <dgm:presLayoutVars>
          <dgm:bulletEnabled val="1"/>
        </dgm:presLayoutVars>
      </dgm:prSet>
      <dgm:spPr/>
    </dgm:pt>
    <dgm:pt modelId="{3E422636-A89F-0B4A-9209-8BAAA568772F}" type="pres">
      <dgm:prSet presAssocID="{6A32DA63-22FB-400F-964A-254A2F3D34BC}" presName="sibTrans" presStyleLbl="sibTrans1D1" presStyleIdx="3" presStyleCnt="9"/>
      <dgm:spPr/>
    </dgm:pt>
    <dgm:pt modelId="{A7732B69-21C0-DE49-A370-A1E4EF27669F}" type="pres">
      <dgm:prSet presAssocID="{6A32DA63-22FB-400F-964A-254A2F3D34BC}" presName="connectorText" presStyleLbl="sibTrans1D1" presStyleIdx="3" presStyleCnt="9"/>
      <dgm:spPr/>
    </dgm:pt>
    <dgm:pt modelId="{BDC3359C-8933-0F43-BFC6-876C21CF8AD5}" type="pres">
      <dgm:prSet presAssocID="{0A3A7DF9-2AA2-4CA0-87F4-7EB86D573051}" presName="node" presStyleLbl="node1" presStyleIdx="4" presStyleCnt="10">
        <dgm:presLayoutVars>
          <dgm:bulletEnabled val="1"/>
        </dgm:presLayoutVars>
      </dgm:prSet>
      <dgm:spPr/>
    </dgm:pt>
    <dgm:pt modelId="{AA682350-A420-414A-9DD9-E18C60E051EB}" type="pres">
      <dgm:prSet presAssocID="{C77ED939-51E2-4E49-BB3F-B9D7402B1119}" presName="sibTrans" presStyleLbl="sibTrans1D1" presStyleIdx="4" presStyleCnt="9"/>
      <dgm:spPr/>
    </dgm:pt>
    <dgm:pt modelId="{657E8B5F-B4EE-C34C-8D3D-2E92520153E9}" type="pres">
      <dgm:prSet presAssocID="{C77ED939-51E2-4E49-BB3F-B9D7402B1119}" presName="connectorText" presStyleLbl="sibTrans1D1" presStyleIdx="4" presStyleCnt="9"/>
      <dgm:spPr/>
    </dgm:pt>
    <dgm:pt modelId="{24D476DE-1C93-C145-B63A-8F58493D85E4}" type="pres">
      <dgm:prSet presAssocID="{AB92CC7E-1650-4100-BA24-6A81169424E8}" presName="node" presStyleLbl="node1" presStyleIdx="5" presStyleCnt="10">
        <dgm:presLayoutVars>
          <dgm:bulletEnabled val="1"/>
        </dgm:presLayoutVars>
      </dgm:prSet>
      <dgm:spPr/>
    </dgm:pt>
    <dgm:pt modelId="{0D5B1084-19FA-7E4B-9288-67490DF58727}" type="pres">
      <dgm:prSet presAssocID="{8E0B0E29-1648-4E06-949F-D93742814849}" presName="sibTrans" presStyleLbl="sibTrans1D1" presStyleIdx="5" presStyleCnt="9"/>
      <dgm:spPr/>
    </dgm:pt>
    <dgm:pt modelId="{FFD02BD1-E8D7-9B4A-9435-192DEA239928}" type="pres">
      <dgm:prSet presAssocID="{8E0B0E29-1648-4E06-949F-D93742814849}" presName="connectorText" presStyleLbl="sibTrans1D1" presStyleIdx="5" presStyleCnt="9"/>
      <dgm:spPr/>
    </dgm:pt>
    <dgm:pt modelId="{90F955A9-C4AC-1C46-B42A-442CA2E159C1}" type="pres">
      <dgm:prSet presAssocID="{8F89A554-BD4B-421A-AD61-8F9EEE7AF4C2}" presName="node" presStyleLbl="node1" presStyleIdx="6" presStyleCnt="10">
        <dgm:presLayoutVars>
          <dgm:bulletEnabled val="1"/>
        </dgm:presLayoutVars>
      </dgm:prSet>
      <dgm:spPr/>
    </dgm:pt>
    <dgm:pt modelId="{5EC8519D-E5FB-5943-BA4F-40571EFAAFD4}" type="pres">
      <dgm:prSet presAssocID="{0AACCBAF-3433-4ED3-B64F-718AF0A659C7}" presName="sibTrans" presStyleLbl="sibTrans1D1" presStyleIdx="6" presStyleCnt="9"/>
      <dgm:spPr/>
    </dgm:pt>
    <dgm:pt modelId="{7E3CA6B3-BFF7-EF40-AA81-F559237C2701}" type="pres">
      <dgm:prSet presAssocID="{0AACCBAF-3433-4ED3-B64F-718AF0A659C7}" presName="connectorText" presStyleLbl="sibTrans1D1" presStyleIdx="6" presStyleCnt="9"/>
      <dgm:spPr/>
    </dgm:pt>
    <dgm:pt modelId="{82F894AB-862F-E642-92F5-098D35B8EECC}" type="pres">
      <dgm:prSet presAssocID="{FF35FBB1-DCF2-4910-AE89-E4E26901F14C}" presName="node" presStyleLbl="node1" presStyleIdx="7" presStyleCnt="10">
        <dgm:presLayoutVars>
          <dgm:bulletEnabled val="1"/>
        </dgm:presLayoutVars>
      </dgm:prSet>
      <dgm:spPr/>
    </dgm:pt>
    <dgm:pt modelId="{099E258F-C941-0140-8C95-74435E1622B0}" type="pres">
      <dgm:prSet presAssocID="{2425BA04-48C9-49D9-9264-DFD62471E362}" presName="sibTrans" presStyleLbl="sibTrans1D1" presStyleIdx="7" presStyleCnt="9"/>
      <dgm:spPr/>
    </dgm:pt>
    <dgm:pt modelId="{A0938A2A-53AF-414A-AB64-D0CA21FE2EE9}" type="pres">
      <dgm:prSet presAssocID="{2425BA04-48C9-49D9-9264-DFD62471E362}" presName="connectorText" presStyleLbl="sibTrans1D1" presStyleIdx="7" presStyleCnt="9"/>
      <dgm:spPr/>
    </dgm:pt>
    <dgm:pt modelId="{FAAFA7B3-DF8C-8E45-92CC-C868517D69E4}" type="pres">
      <dgm:prSet presAssocID="{513F4E95-C534-4A9C-A7EE-6D3E8FFA8314}" presName="node" presStyleLbl="node1" presStyleIdx="8" presStyleCnt="10">
        <dgm:presLayoutVars>
          <dgm:bulletEnabled val="1"/>
        </dgm:presLayoutVars>
      </dgm:prSet>
      <dgm:spPr/>
    </dgm:pt>
    <dgm:pt modelId="{DDBB23C6-C05A-1749-BA8B-EDD7D86B6503}" type="pres">
      <dgm:prSet presAssocID="{C7814F4D-5B85-4B85-BEF6-F65553DEC4F8}" presName="sibTrans" presStyleLbl="sibTrans1D1" presStyleIdx="8" presStyleCnt="9"/>
      <dgm:spPr/>
    </dgm:pt>
    <dgm:pt modelId="{BCB98AD2-0D37-6A44-B110-E0797E2B6951}" type="pres">
      <dgm:prSet presAssocID="{C7814F4D-5B85-4B85-BEF6-F65553DEC4F8}" presName="connectorText" presStyleLbl="sibTrans1D1" presStyleIdx="8" presStyleCnt="9"/>
      <dgm:spPr/>
    </dgm:pt>
    <dgm:pt modelId="{939C7513-B006-8347-8498-BD5D2591CA28}" type="pres">
      <dgm:prSet presAssocID="{2DCEEDE6-D7C2-44DE-8FCF-60D0DA0490B6}" presName="node" presStyleLbl="node1" presStyleIdx="9" presStyleCnt="10">
        <dgm:presLayoutVars>
          <dgm:bulletEnabled val="1"/>
        </dgm:presLayoutVars>
      </dgm:prSet>
      <dgm:spPr/>
    </dgm:pt>
  </dgm:ptLst>
  <dgm:cxnLst>
    <dgm:cxn modelId="{D88FC505-A2E7-9E46-AB6B-2F7E1B0AF88C}" type="presOf" srcId="{C7814F4D-5B85-4B85-BEF6-F65553DEC4F8}" destId="{DDBB23C6-C05A-1749-BA8B-EDD7D86B6503}" srcOrd="0" destOrd="0" presId="urn:microsoft.com/office/officeart/2016/7/layout/RepeatingBendingProcessNew"/>
    <dgm:cxn modelId="{BF99A209-19A0-3940-88E7-34B60B26617B}" type="presOf" srcId="{D4AE380A-6FEE-43A5-8BB2-F03F236A96D4}" destId="{6454D5BA-AB35-5C43-95EA-556C08239FDA}" srcOrd="0" destOrd="0" presId="urn:microsoft.com/office/officeart/2016/7/layout/RepeatingBendingProcessNew"/>
    <dgm:cxn modelId="{C75FFB0F-3709-C843-A82F-B6F746AF0448}" type="presOf" srcId="{2425BA04-48C9-49D9-9264-DFD62471E362}" destId="{099E258F-C941-0140-8C95-74435E1622B0}" srcOrd="0" destOrd="0" presId="urn:microsoft.com/office/officeart/2016/7/layout/RepeatingBendingProcessNew"/>
    <dgm:cxn modelId="{E1CDE019-F88C-754E-B92A-BB818721EB53}" type="presOf" srcId="{8E0B0E29-1648-4E06-949F-D93742814849}" destId="{FFD02BD1-E8D7-9B4A-9435-192DEA239928}" srcOrd="1" destOrd="0" presId="urn:microsoft.com/office/officeart/2016/7/layout/RepeatingBendingProcessNew"/>
    <dgm:cxn modelId="{35A71A1B-B7F9-45F1-A4E5-2218142297E5}" srcId="{D4AE380A-6FEE-43A5-8BB2-F03F236A96D4}" destId="{513F4E95-C534-4A9C-A7EE-6D3E8FFA8314}" srcOrd="8" destOrd="0" parTransId="{382F104D-B82C-4B55-A2DC-E0EE1C9790E6}" sibTransId="{C7814F4D-5B85-4B85-BEF6-F65553DEC4F8}"/>
    <dgm:cxn modelId="{D1607627-DA22-B140-946A-A9D8058637F7}" type="presOf" srcId="{C77ED939-51E2-4E49-BB3F-B9D7402B1119}" destId="{AA682350-A420-414A-9DD9-E18C60E051EB}" srcOrd="0" destOrd="0" presId="urn:microsoft.com/office/officeart/2016/7/layout/RepeatingBendingProcessNew"/>
    <dgm:cxn modelId="{DB1C222B-AC3A-404F-ADE6-7CF689C4D3EF}" srcId="{D4AE380A-6FEE-43A5-8BB2-F03F236A96D4}" destId="{2DCEEDE6-D7C2-44DE-8FCF-60D0DA0490B6}" srcOrd="9" destOrd="0" parTransId="{B2A2F8F3-0390-4B79-AB55-49C2FF9C06FA}" sibTransId="{C0F30A42-9D89-4A8A-B17E-8234D152E0F6}"/>
    <dgm:cxn modelId="{7A25CB2E-AF36-074A-BB6A-B93767413805}" type="presOf" srcId="{513F4E95-C534-4A9C-A7EE-6D3E8FFA8314}" destId="{FAAFA7B3-DF8C-8E45-92CC-C868517D69E4}" srcOrd="0" destOrd="0" presId="urn:microsoft.com/office/officeart/2016/7/layout/RepeatingBendingProcessNew"/>
    <dgm:cxn modelId="{368B183A-3B34-4E0F-A223-9892E5488CCB}" srcId="{D4AE380A-6FEE-43A5-8BB2-F03F236A96D4}" destId="{E01C2088-4E93-4429-BAA5-6C39965AE352}" srcOrd="3" destOrd="0" parTransId="{939630ED-4C5C-45C3-BF28-CA014FA72222}" sibTransId="{6A32DA63-22FB-400F-964A-254A2F3D34BC}"/>
    <dgm:cxn modelId="{4ADB1F3A-8B94-F440-9598-73F0D551C70B}" type="presOf" srcId="{5E35C882-E72A-4C85-982D-CDE919880F2A}" destId="{EC5EF21B-6B38-094B-972F-63E512A50462}" srcOrd="0" destOrd="0" presId="urn:microsoft.com/office/officeart/2016/7/layout/RepeatingBendingProcessNew"/>
    <dgm:cxn modelId="{15B9C73C-4E43-DA44-B71E-BA48F7E99568}" type="presOf" srcId="{E01BD6A8-2D45-4928-A79D-552037CA0CA8}" destId="{DEC78765-4291-A340-8378-7142DC99B54F}" srcOrd="1" destOrd="0" presId="urn:microsoft.com/office/officeart/2016/7/layout/RepeatingBendingProcessNew"/>
    <dgm:cxn modelId="{ECD7B340-A3F5-F74B-B411-25D9EF387A49}" type="presOf" srcId="{8F89A554-BD4B-421A-AD61-8F9EEE7AF4C2}" destId="{90F955A9-C4AC-1C46-B42A-442CA2E159C1}" srcOrd="0" destOrd="0" presId="urn:microsoft.com/office/officeart/2016/7/layout/RepeatingBendingProcessNew"/>
    <dgm:cxn modelId="{A297A244-4831-EF45-8250-08047AB59FA2}" type="presOf" srcId="{2DCEEDE6-D7C2-44DE-8FCF-60D0DA0490B6}" destId="{939C7513-B006-8347-8498-BD5D2591CA28}" srcOrd="0" destOrd="0" presId="urn:microsoft.com/office/officeart/2016/7/layout/RepeatingBendingProcessNew"/>
    <dgm:cxn modelId="{F554B94A-94D7-234D-A9D0-54AB52490AD8}" type="presOf" srcId="{934A1BDF-F2B1-4DED-8ACF-438D4534A6F3}" destId="{7901477C-E8B2-F24B-9751-9F986DAFE866}" srcOrd="1" destOrd="0" presId="urn:microsoft.com/office/officeart/2016/7/layout/RepeatingBendingProcessNew"/>
    <dgm:cxn modelId="{A3F8D953-2034-BE43-8D47-E8ED819D2312}" type="presOf" srcId="{E01BD6A8-2D45-4928-A79D-552037CA0CA8}" destId="{CAFB801E-BA39-B646-A10C-8F8DC2025652}" srcOrd="0" destOrd="0" presId="urn:microsoft.com/office/officeart/2016/7/layout/RepeatingBendingProcessNew"/>
    <dgm:cxn modelId="{F26E6758-418D-4F4A-9DDD-02E6B591C01E}" srcId="{D4AE380A-6FEE-43A5-8BB2-F03F236A96D4}" destId="{FF35FBB1-DCF2-4910-AE89-E4E26901F14C}" srcOrd="7" destOrd="0" parTransId="{42B2D7BA-C4BF-4DE5-A4BB-BF1251492B26}" sibTransId="{2425BA04-48C9-49D9-9264-DFD62471E362}"/>
    <dgm:cxn modelId="{AC077C61-5CDD-1D45-94A0-08BD63F187ED}" type="presOf" srcId="{0D7D8C5C-F63C-4478-9C1C-AD7DEF6364E0}" destId="{A872A45C-8197-C84A-9A41-42149CA07093}" srcOrd="0" destOrd="0" presId="urn:microsoft.com/office/officeart/2016/7/layout/RepeatingBendingProcessNew"/>
    <dgm:cxn modelId="{F227B661-E874-2844-B433-F001E5D2B43E}" type="presOf" srcId="{6A32DA63-22FB-400F-964A-254A2F3D34BC}" destId="{A7732B69-21C0-DE49-A370-A1E4EF27669F}" srcOrd="1" destOrd="0" presId="urn:microsoft.com/office/officeart/2016/7/layout/RepeatingBendingProcessNew"/>
    <dgm:cxn modelId="{DEFBD561-5A1B-4D34-9DB4-BA4A1CF8B7D1}" srcId="{D4AE380A-6FEE-43A5-8BB2-F03F236A96D4}" destId="{0A3A7DF9-2AA2-4CA0-87F4-7EB86D573051}" srcOrd="4" destOrd="0" parTransId="{55CA5AF6-E0C3-4473-9764-2EEE316029CA}" sibTransId="{C77ED939-51E2-4E49-BB3F-B9D7402B1119}"/>
    <dgm:cxn modelId="{50D44D65-D560-1F4B-AD13-944B34182A2C}" type="presOf" srcId="{6A32DA63-22FB-400F-964A-254A2F3D34BC}" destId="{3E422636-A89F-0B4A-9209-8BAAA568772F}" srcOrd="0" destOrd="0" presId="urn:microsoft.com/office/officeart/2016/7/layout/RepeatingBendingProcessNew"/>
    <dgm:cxn modelId="{3CA02F6A-00AE-48DB-B3D3-6A7ACA89C9B7}" srcId="{D4AE380A-6FEE-43A5-8BB2-F03F236A96D4}" destId="{5E35C882-E72A-4C85-982D-CDE919880F2A}" srcOrd="2" destOrd="0" parTransId="{E44ED08B-511C-4B61-9D38-11ED5DC64549}" sibTransId="{AB48C57F-2D7F-4E71-B485-216C6F44E02A}"/>
    <dgm:cxn modelId="{AC05F570-52D0-CE4E-8C91-C6043E2723F0}" type="presOf" srcId="{E01C2088-4E93-4429-BAA5-6C39965AE352}" destId="{A00DAFA6-72DA-5049-BBD0-C0975DEB7E41}" srcOrd="0" destOrd="0" presId="urn:microsoft.com/office/officeart/2016/7/layout/RepeatingBendingProcessNew"/>
    <dgm:cxn modelId="{ABE67B75-06FC-844D-8FFE-74AACA530E7B}" type="presOf" srcId="{AB92CC7E-1650-4100-BA24-6A81169424E8}" destId="{24D476DE-1C93-C145-B63A-8F58493D85E4}" srcOrd="0" destOrd="0" presId="urn:microsoft.com/office/officeart/2016/7/layout/RepeatingBendingProcessNew"/>
    <dgm:cxn modelId="{E4117B76-816C-F44B-984E-D283E71C3246}" type="presOf" srcId="{C77ED939-51E2-4E49-BB3F-B9D7402B1119}" destId="{657E8B5F-B4EE-C34C-8D3D-2E92520153E9}" srcOrd="1" destOrd="0" presId="urn:microsoft.com/office/officeart/2016/7/layout/RepeatingBendingProcessNew"/>
    <dgm:cxn modelId="{CE22C27A-5D58-034D-9692-C7CC0F201798}" type="presOf" srcId="{AB48C57F-2D7F-4E71-B485-216C6F44E02A}" destId="{6AEEECA7-7475-8842-B8F2-112FA3E1E0D8}" srcOrd="0" destOrd="0" presId="urn:microsoft.com/office/officeart/2016/7/layout/RepeatingBendingProcessNew"/>
    <dgm:cxn modelId="{DACF707C-0DAC-4C77-B376-710351E54C60}" srcId="{D4AE380A-6FEE-43A5-8BB2-F03F236A96D4}" destId="{0D7D8C5C-F63C-4478-9C1C-AD7DEF6364E0}" srcOrd="1" destOrd="0" parTransId="{A62BA1D7-111E-4768-BF25-0F37772F9DB4}" sibTransId="{934A1BDF-F2B1-4DED-8ACF-438D4534A6F3}"/>
    <dgm:cxn modelId="{66CF938A-4E00-7C48-BF2C-7F2FD0C24BD1}" type="presOf" srcId="{0AACCBAF-3433-4ED3-B64F-718AF0A659C7}" destId="{5EC8519D-E5FB-5943-BA4F-40571EFAAFD4}" srcOrd="0" destOrd="0" presId="urn:microsoft.com/office/officeart/2016/7/layout/RepeatingBendingProcessNew"/>
    <dgm:cxn modelId="{64AB6F8B-E04F-9942-992D-777771B9B88F}" type="presOf" srcId="{AB48C57F-2D7F-4E71-B485-216C6F44E02A}" destId="{4BE94E6B-18EB-1846-85FF-CF3BADA18495}" srcOrd="1" destOrd="0" presId="urn:microsoft.com/office/officeart/2016/7/layout/RepeatingBendingProcessNew"/>
    <dgm:cxn modelId="{E5BDEE8F-54EF-9A43-8507-A48B11DB0F3B}" type="presOf" srcId="{190F342F-BB7F-4D6A-8907-8D272BCDF233}" destId="{78954D23-CA5E-5546-AB5A-F5EC649F0B61}" srcOrd="0" destOrd="0" presId="urn:microsoft.com/office/officeart/2016/7/layout/RepeatingBendingProcessNew"/>
    <dgm:cxn modelId="{B5036295-14E2-4A8B-A69F-A5440B890225}" srcId="{D4AE380A-6FEE-43A5-8BB2-F03F236A96D4}" destId="{8F89A554-BD4B-421A-AD61-8F9EEE7AF4C2}" srcOrd="6" destOrd="0" parTransId="{76A76346-8543-44A8-9AF5-263FAD613A70}" sibTransId="{0AACCBAF-3433-4ED3-B64F-718AF0A659C7}"/>
    <dgm:cxn modelId="{9B380999-BA82-684D-839A-A43C82BD1691}" type="presOf" srcId="{C7814F4D-5B85-4B85-BEF6-F65553DEC4F8}" destId="{BCB98AD2-0D37-6A44-B110-E0797E2B6951}" srcOrd="1" destOrd="0" presId="urn:microsoft.com/office/officeart/2016/7/layout/RepeatingBendingProcessNew"/>
    <dgm:cxn modelId="{9E5459B1-A77A-E440-AE53-F5735B1E737F}" type="presOf" srcId="{0AACCBAF-3433-4ED3-B64F-718AF0A659C7}" destId="{7E3CA6B3-BFF7-EF40-AA81-F559237C2701}" srcOrd="1" destOrd="0" presId="urn:microsoft.com/office/officeart/2016/7/layout/RepeatingBendingProcessNew"/>
    <dgm:cxn modelId="{6C478CB1-B40D-6247-AC3D-51253183558C}" type="presOf" srcId="{0A3A7DF9-2AA2-4CA0-87F4-7EB86D573051}" destId="{BDC3359C-8933-0F43-BFC6-876C21CF8AD5}" srcOrd="0" destOrd="0" presId="urn:microsoft.com/office/officeart/2016/7/layout/RepeatingBendingProcessNew"/>
    <dgm:cxn modelId="{9E2F17CD-8448-43D7-8586-30CC8BC8F946}" srcId="{D4AE380A-6FEE-43A5-8BB2-F03F236A96D4}" destId="{AB92CC7E-1650-4100-BA24-6A81169424E8}" srcOrd="5" destOrd="0" parTransId="{6E01AE46-FBF6-455B-86C5-B2F69983E5DF}" sibTransId="{8E0B0E29-1648-4E06-949F-D93742814849}"/>
    <dgm:cxn modelId="{6A5321D6-CFE0-6141-9DF4-484D23087684}" type="presOf" srcId="{8E0B0E29-1648-4E06-949F-D93742814849}" destId="{0D5B1084-19FA-7E4B-9288-67490DF58727}" srcOrd="0" destOrd="0" presId="urn:microsoft.com/office/officeart/2016/7/layout/RepeatingBendingProcessNew"/>
    <dgm:cxn modelId="{C575D0EC-A43E-4E0C-9A34-FF96153BFCDF}" srcId="{D4AE380A-6FEE-43A5-8BB2-F03F236A96D4}" destId="{190F342F-BB7F-4D6A-8907-8D272BCDF233}" srcOrd="0" destOrd="0" parTransId="{CAC193F6-F0A2-46EF-B440-92CA2C71A0E8}" sibTransId="{E01BD6A8-2D45-4928-A79D-552037CA0CA8}"/>
    <dgm:cxn modelId="{D1FB89F0-6168-B24F-8C3F-EE87D6F2C943}" type="presOf" srcId="{934A1BDF-F2B1-4DED-8ACF-438D4534A6F3}" destId="{039B5329-981C-BB4E-BDD9-65DDF844494D}" srcOrd="0" destOrd="0" presId="urn:microsoft.com/office/officeart/2016/7/layout/RepeatingBendingProcessNew"/>
    <dgm:cxn modelId="{50D048F3-2CDF-AB4E-9751-EE96E5AF1A36}" type="presOf" srcId="{2425BA04-48C9-49D9-9264-DFD62471E362}" destId="{A0938A2A-53AF-414A-AB64-D0CA21FE2EE9}" srcOrd="1" destOrd="0" presId="urn:microsoft.com/office/officeart/2016/7/layout/RepeatingBendingProcessNew"/>
    <dgm:cxn modelId="{F7E6A2FC-A52B-354B-A3B9-1E76CF44D4D8}" type="presOf" srcId="{FF35FBB1-DCF2-4910-AE89-E4E26901F14C}" destId="{82F894AB-862F-E642-92F5-098D35B8EECC}" srcOrd="0" destOrd="0" presId="urn:microsoft.com/office/officeart/2016/7/layout/RepeatingBendingProcessNew"/>
    <dgm:cxn modelId="{3096189D-954B-7C44-835E-877A3C493CC5}" type="presParOf" srcId="{6454D5BA-AB35-5C43-95EA-556C08239FDA}" destId="{78954D23-CA5E-5546-AB5A-F5EC649F0B61}" srcOrd="0" destOrd="0" presId="urn:microsoft.com/office/officeart/2016/7/layout/RepeatingBendingProcessNew"/>
    <dgm:cxn modelId="{DFEADDA0-9BCD-E24F-A34E-B0E93F31D07B}" type="presParOf" srcId="{6454D5BA-AB35-5C43-95EA-556C08239FDA}" destId="{CAFB801E-BA39-B646-A10C-8F8DC2025652}" srcOrd="1" destOrd="0" presId="urn:microsoft.com/office/officeart/2016/7/layout/RepeatingBendingProcessNew"/>
    <dgm:cxn modelId="{4E6C93CC-C7E7-2845-BA4F-F1FF5236B957}" type="presParOf" srcId="{CAFB801E-BA39-B646-A10C-8F8DC2025652}" destId="{DEC78765-4291-A340-8378-7142DC99B54F}" srcOrd="0" destOrd="0" presId="urn:microsoft.com/office/officeart/2016/7/layout/RepeatingBendingProcessNew"/>
    <dgm:cxn modelId="{FA37CFDD-F369-5246-9D0E-EE7F86307607}" type="presParOf" srcId="{6454D5BA-AB35-5C43-95EA-556C08239FDA}" destId="{A872A45C-8197-C84A-9A41-42149CA07093}" srcOrd="2" destOrd="0" presId="urn:microsoft.com/office/officeart/2016/7/layout/RepeatingBendingProcessNew"/>
    <dgm:cxn modelId="{85CAED52-997F-DB41-B767-BF3220C46746}" type="presParOf" srcId="{6454D5BA-AB35-5C43-95EA-556C08239FDA}" destId="{039B5329-981C-BB4E-BDD9-65DDF844494D}" srcOrd="3" destOrd="0" presId="urn:microsoft.com/office/officeart/2016/7/layout/RepeatingBendingProcessNew"/>
    <dgm:cxn modelId="{6C86C201-24C2-6241-AAA1-9EADB5FC084B}" type="presParOf" srcId="{039B5329-981C-BB4E-BDD9-65DDF844494D}" destId="{7901477C-E8B2-F24B-9751-9F986DAFE866}" srcOrd="0" destOrd="0" presId="urn:microsoft.com/office/officeart/2016/7/layout/RepeatingBendingProcessNew"/>
    <dgm:cxn modelId="{91B608E4-4A55-1546-A09B-0D8E52384919}" type="presParOf" srcId="{6454D5BA-AB35-5C43-95EA-556C08239FDA}" destId="{EC5EF21B-6B38-094B-972F-63E512A50462}" srcOrd="4" destOrd="0" presId="urn:microsoft.com/office/officeart/2016/7/layout/RepeatingBendingProcessNew"/>
    <dgm:cxn modelId="{C989B8AD-8F35-0D41-95AC-D95E7D9092C9}" type="presParOf" srcId="{6454D5BA-AB35-5C43-95EA-556C08239FDA}" destId="{6AEEECA7-7475-8842-B8F2-112FA3E1E0D8}" srcOrd="5" destOrd="0" presId="urn:microsoft.com/office/officeart/2016/7/layout/RepeatingBendingProcessNew"/>
    <dgm:cxn modelId="{F7618FCB-7EE8-2D49-9AF8-E81B8B4AADE5}" type="presParOf" srcId="{6AEEECA7-7475-8842-B8F2-112FA3E1E0D8}" destId="{4BE94E6B-18EB-1846-85FF-CF3BADA18495}" srcOrd="0" destOrd="0" presId="urn:microsoft.com/office/officeart/2016/7/layout/RepeatingBendingProcessNew"/>
    <dgm:cxn modelId="{0505DD3B-BE98-C14B-8C2B-F3022DB87E26}" type="presParOf" srcId="{6454D5BA-AB35-5C43-95EA-556C08239FDA}" destId="{A00DAFA6-72DA-5049-BBD0-C0975DEB7E41}" srcOrd="6" destOrd="0" presId="urn:microsoft.com/office/officeart/2016/7/layout/RepeatingBendingProcessNew"/>
    <dgm:cxn modelId="{5A31EFDA-D0FF-504D-92D8-09039A6D5559}" type="presParOf" srcId="{6454D5BA-AB35-5C43-95EA-556C08239FDA}" destId="{3E422636-A89F-0B4A-9209-8BAAA568772F}" srcOrd="7" destOrd="0" presId="urn:microsoft.com/office/officeart/2016/7/layout/RepeatingBendingProcessNew"/>
    <dgm:cxn modelId="{70067BE8-CCB6-B944-88FA-5EA1730D3B37}" type="presParOf" srcId="{3E422636-A89F-0B4A-9209-8BAAA568772F}" destId="{A7732B69-21C0-DE49-A370-A1E4EF27669F}" srcOrd="0" destOrd="0" presId="urn:microsoft.com/office/officeart/2016/7/layout/RepeatingBendingProcessNew"/>
    <dgm:cxn modelId="{A1DAAD15-CCC2-144D-B6C1-B22DBF980A14}" type="presParOf" srcId="{6454D5BA-AB35-5C43-95EA-556C08239FDA}" destId="{BDC3359C-8933-0F43-BFC6-876C21CF8AD5}" srcOrd="8" destOrd="0" presId="urn:microsoft.com/office/officeart/2016/7/layout/RepeatingBendingProcessNew"/>
    <dgm:cxn modelId="{CBA95457-2646-6643-867D-C098716BD2AE}" type="presParOf" srcId="{6454D5BA-AB35-5C43-95EA-556C08239FDA}" destId="{AA682350-A420-414A-9DD9-E18C60E051EB}" srcOrd="9" destOrd="0" presId="urn:microsoft.com/office/officeart/2016/7/layout/RepeatingBendingProcessNew"/>
    <dgm:cxn modelId="{74B05C44-3B81-3C42-81E5-66B9F7394DA5}" type="presParOf" srcId="{AA682350-A420-414A-9DD9-E18C60E051EB}" destId="{657E8B5F-B4EE-C34C-8D3D-2E92520153E9}" srcOrd="0" destOrd="0" presId="urn:microsoft.com/office/officeart/2016/7/layout/RepeatingBendingProcessNew"/>
    <dgm:cxn modelId="{94A5B7D4-0289-024C-AAEF-EFC485AB9C98}" type="presParOf" srcId="{6454D5BA-AB35-5C43-95EA-556C08239FDA}" destId="{24D476DE-1C93-C145-B63A-8F58493D85E4}" srcOrd="10" destOrd="0" presId="urn:microsoft.com/office/officeart/2016/7/layout/RepeatingBendingProcessNew"/>
    <dgm:cxn modelId="{3ABEE694-5429-1244-A5DA-C9F27CD9526D}" type="presParOf" srcId="{6454D5BA-AB35-5C43-95EA-556C08239FDA}" destId="{0D5B1084-19FA-7E4B-9288-67490DF58727}" srcOrd="11" destOrd="0" presId="urn:microsoft.com/office/officeart/2016/7/layout/RepeatingBendingProcessNew"/>
    <dgm:cxn modelId="{3C096440-13E2-8E43-92E4-0E829A1F07E4}" type="presParOf" srcId="{0D5B1084-19FA-7E4B-9288-67490DF58727}" destId="{FFD02BD1-E8D7-9B4A-9435-192DEA239928}" srcOrd="0" destOrd="0" presId="urn:microsoft.com/office/officeart/2016/7/layout/RepeatingBendingProcessNew"/>
    <dgm:cxn modelId="{8CAA77D7-5A03-0841-89EB-A97FE2480407}" type="presParOf" srcId="{6454D5BA-AB35-5C43-95EA-556C08239FDA}" destId="{90F955A9-C4AC-1C46-B42A-442CA2E159C1}" srcOrd="12" destOrd="0" presId="urn:microsoft.com/office/officeart/2016/7/layout/RepeatingBendingProcessNew"/>
    <dgm:cxn modelId="{561CA7E8-55C9-8344-9BD4-DE57FFA43454}" type="presParOf" srcId="{6454D5BA-AB35-5C43-95EA-556C08239FDA}" destId="{5EC8519D-E5FB-5943-BA4F-40571EFAAFD4}" srcOrd="13" destOrd="0" presId="urn:microsoft.com/office/officeart/2016/7/layout/RepeatingBendingProcessNew"/>
    <dgm:cxn modelId="{6974D0B6-F760-0244-9E97-A3BC5AC6C4FE}" type="presParOf" srcId="{5EC8519D-E5FB-5943-BA4F-40571EFAAFD4}" destId="{7E3CA6B3-BFF7-EF40-AA81-F559237C2701}" srcOrd="0" destOrd="0" presId="urn:microsoft.com/office/officeart/2016/7/layout/RepeatingBendingProcessNew"/>
    <dgm:cxn modelId="{EBB3678B-4456-704B-A56E-20CBE4DB3A3E}" type="presParOf" srcId="{6454D5BA-AB35-5C43-95EA-556C08239FDA}" destId="{82F894AB-862F-E642-92F5-098D35B8EECC}" srcOrd="14" destOrd="0" presId="urn:microsoft.com/office/officeart/2016/7/layout/RepeatingBendingProcessNew"/>
    <dgm:cxn modelId="{EAEEF34E-3480-EC4C-BA6E-764E476F82A8}" type="presParOf" srcId="{6454D5BA-AB35-5C43-95EA-556C08239FDA}" destId="{099E258F-C941-0140-8C95-74435E1622B0}" srcOrd="15" destOrd="0" presId="urn:microsoft.com/office/officeart/2016/7/layout/RepeatingBendingProcessNew"/>
    <dgm:cxn modelId="{B81C6121-EDD1-1442-A63D-B6C03E09A140}" type="presParOf" srcId="{099E258F-C941-0140-8C95-74435E1622B0}" destId="{A0938A2A-53AF-414A-AB64-D0CA21FE2EE9}" srcOrd="0" destOrd="0" presId="urn:microsoft.com/office/officeart/2016/7/layout/RepeatingBendingProcessNew"/>
    <dgm:cxn modelId="{B67686AC-2DF3-114C-9A36-D3F6D1404B14}" type="presParOf" srcId="{6454D5BA-AB35-5C43-95EA-556C08239FDA}" destId="{FAAFA7B3-DF8C-8E45-92CC-C868517D69E4}" srcOrd="16" destOrd="0" presId="urn:microsoft.com/office/officeart/2016/7/layout/RepeatingBendingProcessNew"/>
    <dgm:cxn modelId="{7683227E-1133-FF48-B97F-B506EB3EC131}" type="presParOf" srcId="{6454D5BA-AB35-5C43-95EA-556C08239FDA}" destId="{DDBB23C6-C05A-1749-BA8B-EDD7D86B6503}" srcOrd="17" destOrd="0" presId="urn:microsoft.com/office/officeart/2016/7/layout/RepeatingBendingProcessNew"/>
    <dgm:cxn modelId="{00034E15-621B-2244-8F97-0D02D7E2F5B5}" type="presParOf" srcId="{DDBB23C6-C05A-1749-BA8B-EDD7D86B6503}" destId="{BCB98AD2-0D37-6A44-B110-E0797E2B6951}" srcOrd="0" destOrd="0" presId="urn:microsoft.com/office/officeart/2016/7/layout/RepeatingBendingProcessNew"/>
    <dgm:cxn modelId="{90DCB3F1-F731-C941-8534-9584B4D0B41D}" type="presParOf" srcId="{6454D5BA-AB35-5C43-95EA-556C08239FDA}" destId="{939C7513-B006-8347-8498-BD5D2591CA28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CFD0A0-346A-403A-88C5-932551BBF3C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C43256D7-6557-4776-9C38-510E117858A9}">
      <dgm:prSet/>
      <dgm:spPr/>
      <dgm:t>
        <a:bodyPr/>
        <a:lstStyle/>
        <a:p>
          <a:r>
            <a:rPr lang="en-US"/>
            <a:t>Integrate weather data (sunlight hours, temperature)</a:t>
          </a:r>
        </a:p>
      </dgm:t>
    </dgm:pt>
    <dgm:pt modelId="{D053E12E-68F2-4E7B-9506-BAD312BB711D}" type="parTrans" cxnId="{0F746E55-2896-4340-92FF-060DEDEA8094}">
      <dgm:prSet/>
      <dgm:spPr/>
      <dgm:t>
        <a:bodyPr/>
        <a:lstStyle/>
        <a:p>
          <a:endParaRPr lang="en-US"/>
        </a:p>
      </dgm:t>
    </dgm:pt>
    <dgm:pt modelId="{F465D8FD-2FCF-4AE7-8244-B701B57D5B86}" type="sibTrans" cxnId="{0F746E55-2896-4340-92FF-060DEDEA8094}">
      <dgm:prSet/>
      <dgm:spPr/>
      <dgm:t>
        <a:bodyPr/>
        <a:lstStyle/>
        <a:p>
          <a:endParaRPr lang="en-US"/>
        </a:p>
      </dgm:t>
    </dgm:pt>
    <dgm:pt modelId="{A1AE8319-C709-4CC7-8A21-67484C7D07B8}">
      <dgm:prSet/>
      <dgm:spPr/>
      <dgm:t>
        <a:bodyPr/>
        <a:lstStyle/>
        <a:p>
          <a:r>
            <a:rPr lang="en-US"/>
            <a:t>Add policy/geographic indicators (subsidies, latitude, altitude)</a:t>
          </a:r>
        </a:p>
      </dgm:t>
    </dgm:pt>
    <dgm:pt modelId="{A18881CC-D0C6-4EBB-8C1F-339A4A85FCF8}" type="parTrans" cxnId="{C037245A-2A6C-4174-9CF4-85FDA9DEF75C}">
      <dgm:prSet/>
      <dgm:spPr/>
      <dgm:t>
        <a:bodyPr/>
        <a:lstStyle/>
        <a:p>
          <a:endParaRPr lang="en-US"/>
        </a:p>
      </dgm:t>
    </dgm:pt>
    <dgm:pt modelId="{8E88250A-3C65-45F9-9BB1-872F4A74CBAA}" type="sibTrans" cxnId="{C037245A-2A6C-4174-9CF4-85FDA9DEF75C}">
      <dgm:prSet/>
      <dgm:spPr/>
      <dgm:t>
        <a:bodyPr/>
        <a:lstStyle/>
        <a:p>
          <a:endParaRPr lang="en-US"/>
        </a:p>
      </dgm:t>
    </dgm:pt>
    <dgm:pt modelId="{5DFAFBEF-0FA6-40B1-BCE6-00EB9E1C8730}">
      <dgm:prSet/>
      <dgm:spPr/>
      <dgm:t>
        <a:bodyPr/>
        <a:lstStyle/>
        <a:p>
          <a:r>
            <a:rPr lang="en-US"/>
            <a:t>Use tree-based models or deep learning</a:t>
          </a:r>
        </a:p>
      </dgm:t>
    </dgm:pt>
    <dgm:pt modelId="{CC9B205E-C970-4798-A736-579DB3839F48}" type="parTrans" cxnId="{6B291208-AB61-441B-84D6-69F62A334FEA}">
      <dgm:prSet/>
      <dgm:spPr/>
      <dgm:t>
        <a:bodyPr/>
        <a:lstStyle/>
        <a:p>
          <a:endParaRPr lang="en-US"/>
        </a:p>
      </dgm:t>
    </dgm:pt>
    <dgm:pt modelId="{F4305E22-77AE-4E5E-8B47-CA4C44EA5C8B}" type="sibTrans" cxnId="{6B291208-AB61-441B-84D6-69F62A334FEA}">
      <dgm:prSet/>
      <dgm:spPr/>
      <dgm:t>
        <a:bodyPr/>
        <a:lstStyle/>
        <a:p>
          <a:endParaRPr lang="en-US"/>
        </a:p>
      </dgm:t>
    </dgm:pt>
    <dgm:pt modelId="{76429B0C-FDEC-4AC1-A6B5-D4FD304B98E9}">
      <dgm:prSet/>
      <dgm:spPr/>
      <dgm:t>
        <a:bodyPr/>
        <a:lstStyle/>
        <a:p>
          <a:r>
            <a:rPr lang="en-US"/>
            <a:t>Build a dashboard for dynamic forecasting</a:t>
          </a:r>
        </a:p>
      </dgm:t>
    </dgm:pt>
    <dgm:pt modelId="{39B2F15A-D8D1-45E3-BE83-4DFABE8C6B6A}" type="parTrans" cxnId="{291D32AD-C83F-4506-9C69-336DDFDD0D28}">
      <dgm:prSet/>
      <dgm:spPr/>
      <dgm:t>
        <a:bodyPr/>
        <a:lstStyle/>
        <a:p>
          <a:endParaRPr lang="en-US"/>
        </a:p>
      </dgm:t>
    </dgm:pt>
    <dgm:pt modelId="{97EE775C-A641-4E1F-B2CF-BFE3FA846BDC}" type="sibTrans" cxnId="{291D32AD-C83F-4506-9C69-336DDFDD0D28}">
      <dgm:prSet/>
      <dgm:spPr/>
      <dgm:t>
        <a:bodyPr/>
        <a:lstStyle/>
        <a:p>
          <a:endParaRPr lang="en-US"/>
        </a:p>
      </dgm:t>
    </dgm:pt>
    <dgm:pt modelId="{98DCBDA0-1EEC-4A5A-8DA4-CFAC47668742}" type="pres">
      <dgm:prSet presAssocID="{5BCFD0A0-346A-403A-88C5-932551BBF3C5}" presName="root" presStyleCnt="0">
        <dgm:presLayoutVars>
          <dgm:dir/>
          <dgm:resizeHandles val="exact"/>
        </dgm:presLayoutVars>
      </dgm:prSet>
      <dgm:spPr/>
    </dgm:pt>
    <dgm:pt modelId="{7BB412CF-86B5-4EDF-A7FA-D1EC7B7C51B6}" type="pres">
      <dgm:prSet presAssocID="{C43256D7-6557-4776-9C38-510E117858A9}" presName="compNode" presStyleCnt="0"/>
      <dgm:spPr/>
    </dgm:pt>
    <dgm:pt modelId="{3E4ED801-8FAB-4130-96FA-65ADD9E22E5E}" type="pres">
      <dgm:prSet presAssocID="{C43256D7-6557-4776-9C38-510E117858A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D2C8741A-AC54-46E7-9084-7FD407A5992E}" type="pres">
      <dgm:prSet presAssocID="{C43256D7-6557-4776-9C38-510E117858A9}" presName="spaceRect" presStyleCnt="0"/>
      <dgm:spPr/>
    </dgm:pt>
    <dgm:pt modelId="{FDBB3BA0-A2F4-4682-A13C-1877F68D8957}" type="pres">
      <dgm:prSet presAssocID="{C43256D7-6557-4776-9C38-510E117858A9}" presName="textRect" presStyleLbl="revTx" presStyleIdx="0" presStyleCnt="4">
        <dgm:presLayoutVars>
          <dgm:chMax val="1"/>
          <dgm:chPref val="1"/>
        </dgm:presLayoutVars>
      </dgm:prSet>
      <dgm:spPr/>
    </dgm:pt>
    <dgm:pt modelId="{84820D8D-D3F8-4E25-A3EA-8F9BAB84883E}" type="pres">
      <dgm:prSet presAssocID="{F465D8FD-2FCF-4AE7-8244-B701B57D5B86}" presName="sibTrans" presStyleCnt="0"/>
      <dgm:spPr/>
    </dgm:pt>
    <dgm:pt modelId="{4AB05C16-9A90-4C88-BB9D-BB8CE405DF7A}" type="pres">
      <dgm:prSet presAssocID="{A1AE8319-C709-4CC7-8A21-67484C7D07B8}" presName="compNode" presStyleCnt="0"/>
      <dgm:spPr/>
    </dgm:pt>
    <dgm:pt modelId="{97106408-396B-48EB-B359-26A234DE0632}" type="pres">
      <dgm:prSet presAssocID="{A1AE8319-C709-4CC7-8A21-67484C7D07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455E5ADF-93DA-43F7-9D2D-C73C3224EB2F}" type="pres">
      <dgm:prSet presAssocID="{A1AE8319-C709-4CC7-8A21-67484C7D07B8}" presName="spaceRect" presStyleCnt="0"/>
      <dgm:spPr/>
    </dgm:pt>
    <dgm:pt modelId="{F5DC3C93-C108-44FE-B469-4816C1FB1B68}" type="pres">
      <dgm:prSet presAssocID="{A1AE8319-C709-4CC7-8A21-67484C7D07B8}" presName="textRect" presStyleLbl="revTx" presStyleIdx="1" presStyleCnt="4">
        <dgm:presLayoutVars>
          <dgm:chMax val="1"/>
          <dgm:chPref val="1"/>
        </dgm:presLayoutVars>
      </dgm:prSet>
      <dgm:spPr/>
    </dgm:pt>
    <dgm:pt modelId="{E72D60D2-0E9E-442B-84CF-DF9888902D12}" type="pres">
      <dgm:prSet presAssocID="{8E88250A-3C65-45F9-9BB1-872F4A74CBAA}" presName="sibTrans" presStyleCnt="0"/>
      <dgm:spPr/>
    </dgm:pt>
    <dgm:pt modelId="{1E853998-DE5C-47A8-A580-756BD67A33C2}" type="pres">
      <dgm:prSet presAssocID="{5DFAFBEF-0FA6-40B1-BCE6-00EB9E1C8730}" presName="compNode" presStyleCnt="0"/>
      <dgm:spPr/>
    </dgm:pt>
    <dgm:pt modelId="{147F2B99-2338-4B61-9217-609DC0BC9FB6}" type="pres">
      <dgm:prSet presAssocID="{5DFAFBEF-0FA6-40B1-BCE6-00EB9E1C87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B6AC6978-A0F7-4403-A381-937062397A41}" type="pres">
      <dgm:prSet presAssocID="{5DFAFBEF-0FA6-40B1-BCE6-00EB9E1C8730}" presName="spaceRect" presStyleCnt="0"/>
      <dgm:spPr/>
    </dgm:pt>
    <dgm:pt modelId="{4B61DBA7-B917-4880-9D00-2CFB9D8953CD}" type="pres">
      <dgm:prSet presAssocID="{5DFAFBEF-0FA6-40B1-BCE6-00EB9E1C8730}" presName="textRect" presStyleLbl="revTx" presStyleIdx="2" presStyleCnt="4">
        <dgm:presLayoutVars>
          <dgm:chMax val="1"/>
          <dgm:chPref val="1"/>
        </dgm:presLayoutVars>
      </dgm:prSet>
      <dgm:spPr/>
    </dgm:pt>
    <dgm:pt modelId="{3BD1E338-A597-4DEC-AABC-D36269750506}" type="pres">
      <dgm:prSet presAssocID="{F4305E22-77AE-4E5E-8B47-CA4C44EA5C8B}" presName="sibTrans" presStyleCnt="0"/>
      <dgm:spPr/>
    </dgm:pt>
    <dgm:pt modelId="{D3693288-A922-49FC-B624-C0D014ED4DED}" type="pres">
      <dgm:prSet presAssocID="{76429B0C-FDEC-4AC1-A6B5-D4FD304B98E9}" presName="compNode" presStyleCnt="0"/>
      <dgm:spPr/>
    </dgm:pt>
    <dgm:pt modelId="{53008B64-4E76-4A89-8B63-191EB1818495}" type="pres">
      <dgm:prSet presAssocID="{76429B0C-FDEC-4AC1-A6B5-D4FD304B98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6A33EEB-C4B4-49B5-83D3-099A50978DA3}" type="pres">
      <dgm:prSet presAssocID="{76429B0C-FDEC-4AC1-A6B5-D4FD304B98E9}" presName="spaceRect" presStyleCnt="0"/>
      <dgm:spPr/>
    </dgm:pt>
    <dgm:pt modelId="{7D124B12-5A44-4F34-9406-ADBFB5FCFBED}" type="pres">
      <dgm:prSet presAssocID="{76429B0C-FDEC-4AC1-A6B5-D4FD304B98E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291208-AB61-441B-84D6-69F62A334FEA}" srcId="{5BCFD0A0-346A-403A-88C5-932551BBF3C5}" destId="{5DFAFBEF-0FA6-40B1-BCE6-00EB9E1C8730}" srcOrd="2" destOrd="0" parTransId="{CC9B205E-C970-4798-A736-579DB3839F48}" sibTransId="{F4305E22-77AE-4E5E-8B47-CA4C44EA5C8B}"/>
    <dgm:cxn modelId="{41ABB635-7477-4949-B2C4-0C24C6E7972D}" type="presOf" srcId="{5DFAFBEF-0FA6-40B1-BCE6-00EB9E1C8730}" destId="{4B61DBA7-B917-4880-9D00-2CFB9D8953CD}" srcOrd="0" destOrd="0" presId="urn:microsoft.com/office/officeart/2018/2/layout/IconLabelList"/>
    <dgm:cxn modelId="{F0E1FE45-B114-4782-BBF4-9FFEE05B1F43}" type="presOf" srcId="{A1AE8319-C709-4CC7-8A21-67484C7D07B8}" destId="{F5DC3C93-C108-44FE-B469-4816C1FB1B68}" srcOrd="0" destOrd="0" presId="urn:microsoft.com/office/officeart/2018/2/layout/IconLabelList"/>
    <dgm:cxn modelId="{0F746E55-2896-4340-92FF-060DEDEA8094}" srcId="{5BCFD0A0-346A-403A-88C5-932551BBF3C5}" destId="{C43256D7-6557-4776-9C38-510E117858A9}" srcOrd="0" destOrd="0" parTransId="{D053E12E-68F2-4E7B-9506-BAD312BB711D}" sibTransId="{F465D8FD-2FCF-4AE7-8244-B701B57D5B86}"/>
    <dgm:cxn modelId="{C037245A-2A6C-4174-9CF4-85FDA9DEF75C}" srcId="{5BCFD0A0-346A-403A-88C5-932551BBF3C5}" destId="{A1AE8319-C709-4CC7-8A21-67484C7D07B8}" srcOrd="1" destOrd="0" parTransId="{A18881CC-D0C6-4EBB-8C1F-339A4A85FCF8}" sibTransId="{8E88250A-3C65-45F9-9BB1-872F4A74CBAA}"/>
    <dgm:cxn modelId="{CCFC9A7A-D401-4941-8A6B-E2919B72C871}" type="presOf" srcId="{76429B0C-FDEC-4AC1-A6B5-D4FD304B98E9}" destId="{7D124B12-5A44-4F34-9406-ADBFB5FCFBED}" srcOrd="0" destOrd="0" presId="urn:microsoft.com/office/officeart/2018/2/layout/IconLabelList"/>
    <dgm:cxn modelId="{291D32AD-C83F-4506-9C69-336DDFDD0D28}" srcId="{5BCFD0A0-346A-403A-88C5-932551BBF3C5}" destId="{76429B0C-FDEC-4AC1-A6B5-D4FD304B98E9}" srcOrd="3" destOrd="0" parTransId="{39B2F15A-D8D1-45E3-BE83-4DFABE8C6B6A}" sibTransId="{97EE775C-A641-4E1F-B2CF-BFE3FA846BDC}"/>
    <dgm:cxn modelId="{81D831B4-0741-4E24-80D4-5FB361761C2F}" type="presOf" srcId="{5BCFD0A0-346A-403A-88C5-932551BBF3C5}" destId="{98DCBDA0-1EEC-4A5A-8DA4-CFAC47668742}" srcOrd="0" destOrd="0" presId="urn:microsoft.com/office/officeart/2018/2/layout/IconLabelList"/>
    <dgm:cxn modelId="{32BEF9CF-03CE-4DAA-8469-47C4CCC7313F}" type="presOf" srcId="{C43256D7-6557-4776-9C38-510E117858A9}" destId="{FDBB3BA0-A2F4-4682-A13C-1877F68D8957}" srcOrd="0" destOrd="0" presId="urn:microsoft.com/office/officeart/2018/2/layout/IconLabelList"/>
    <dgm:cxn modelId="{AAD98879-DF45-404D-A198-34218378DB34}" type="presParOf" srcId="{98DCBDA0-1EEC-4A5A-8DA4-CFAC47668742}" destId="{7BB412CF-86B5-4EDF-A7FA-D1EC7B7C51B6}" srcOrd="0" destOrd="0" presId="urn:microsoft.com/office/officeart/2018/2/layout/IconLabelList"/>
    <dgm:cxn modelId="{DF1DCFB3-1A2B-4C35-B9CA-A0FF0E9DA296}" type="presParOf" srcId="{7BB412CF-86B5-4EDF-A7FA-D1EC7B7C51B6}" destId="{3E4ED801-8FAB-4130-96FA-65ADD9E22E5E}" srcOrd="0" destOrd="0" presId="urn:microsoft.com/office/officeart/2018/2/layout/IconLabelList"/>
    <dgm:cxn modelId="{98F0D5B1-AA1D-449B-A548-34210862B83A}" type="presParOf" srcId="{7BB412CF-86B5-4EDF-A7FA-D1EC7B7C51B6}" destId="{D2C8741A-AC54-46E7-9084-7FD407A5992E}" srcOrd="1" destOrd="0" presId="urn:microsoft.com/office/officeart/2018/2/layout/IconLabelList"/>
    <dgm:cxn modelId="{5574F5A5-DEF4-4673-A3E9-CCCF53E4416C}" type="presParOf" srcId="{7BB412CF-86B5-4EDF-A7FA-D1EC7B7C51B6}" destId="{FDBB3BA0-A2F4-4682-A13C-1877F68D8957}" srcOrd="2" destOrd="0" presId="urn:microsoft.com/office/officeart/2018/2/layout/IconLabelList"/>
    <dgm:cxn modelId="{618CC87D-E963-4EA9-8D5F-97F00808364B}" type="presParOf" srcId="{98DCBDA0-1EEC-4A5A-8DA4-CFAC47668742}" destId="{84820D8D-D3F8-4E25-A3EA-8F9BAB84883E}" srcOrd="1" destOrd="0" presId="urn:microsoft.com/office/officeart/2018/2/layout/IconLabelList"/>
    <dgm:cxn modelId="{4970AAFE-28DC-4ECA-A4F4-23CD1A7E0DBF}" type="presParOf" srcId="{98DCBDA0-1EEC-4A5A-8DA4-CFAC47668742}" destId="{4AB05C16-9A90-4C88-BB9D-BB8CE405DF7A}" srcOrd="2" destOrd="0" presId="urn:microsoft.com/office/officeart/2018/2/layout/IconLabelList"/>
    <dgm:cxn modelId="{62DD9047-0F03-415C-9294-5ABA9E503BD8}" type="presParOf" srcId="{4AB05C16-9A90-4C88-BB9D-BB8CE405DF7A}" destId="{97106408-396B-48EB-B359-26A234DE0632}" srcOrd="0" destOrd="0" presId="urn:microsoft.com/office/officeart/2018/2/layout/IconLabelList"/>
    <dgm:cxn modelId="{4BF0E90D-E44E-415B-BB61-86034CD0940D}" type="presParOf" srcId="{4AB05C16-9A90-4C88-BB9D-BB8CE405DF7A}" destId="{455E5ADF-93DA-43F7-9D2D-C73C3224EB2F}" srcOrd="1" destOrd="0" presId="urn:microsoft.com/office/officeart/2018/2/layout/IconLabelList"/>
    <dgm:cxn modelId="{698CE245-1F3A-49E9-B9E9-D11495909F73}" type="presParOf" srcId="{4AB05C16-9A90-4C88-BB9D-BB8CE405DF7A}" destId="{F5DC3C93-C108-44FE-B469-4816C1FB1B68}" srcOrd="2" destOrd="0" presId="urn:microsoft.com/office/officeart/2018/2/layout/IconLabelList"/>
    <dgm:cxn modelId="{51344E5A-5AE7-4C9A-9E2C-7B8E4972A91E}" type="presParOf" srcId="{98DCBDA0-1EEC-4A5A-8DA4-CFAC47668742}" destId="{E72D60D2-0E9E-442B-84CF-DF9888902D12}" srcOrd="3" destOrd="0" presId="urn:microsoft.com/office/officeart/2018/2/layout/IconLabelList"/>
    <dgm:cxn modelId="{A62E4D53-2BD0-40DA-9D39-AB76A14F8AA7}" type="presParOf" srcId="{98DCBDA0-1EEC-4A5A-8DA4-CFAC47668742}" destId="{1E853998-DE5C-47A8-A580-756BD67A33C2}" srcOrd="4" destOrd="0" presId="urn:microsoft.com/office/officeart/2018/2/layout/IconLabelList"/>
    <dgm:cxn modelId="{238A4616-6570-4A3E-B2C0-D7D568280404}" type="presParOf" srcId="{1E853998-DE5C-47A8-A580-756BD67A33C2}" destId="{147F2B99-2338-4B61-9217-609DC0BC9FB6}" srcOrd="0" destOrd="0" presId="urn:microsoft.com/office/officeart/2018/2/layout/IconLabelList"/>
    <dgm:cxn modelId="{0EF9BEE9-951A-4F7D-A4F7-415EE14611A2}" type="presParOf" srcId="{1E853998-DE5C-47A8-A580-756BD67A33C2}" destId="{B6AC6978-A0F7-4403-A381-937062397A41}" srcOrd="1" destOrd="0" presId="urn:microsoft.com/office/officeart/2018/2/layout/IconLabelList"/>
    <dgm:cxn modelId="{51AB758C-F492-4205-8F6F-81B10735605D}" type="presParOf" srcId="{1E853998-DE5C-47A8-A580-756BD67A33C2}" destId="{4B61DBA7-B917-4880-9D00-2CFB9D8953CD}" srcOrd="2" destOrd="0" presId="urn:microsoft.com/office/officeart/2018/2/layout/IconLabelList"/>
    <dgm:cxn modelId="{1FFF7143-327D-4A73-92DB-4791E4EDE03B}" type="presParOf" srcId="{98DCBDA0-1EEC-4A5A-8DA4-CFAC47668742}" destId="{3BD1E338-A597-4DEC-AABC-D36269750506}" srcOrd="5" destOrd="0" presId="urn:microsoft.com/office/officeart/2018/2/layout/IconLabelList"/>
    <dgm:cxn modelId="{4D93DEDC-6F15-4CD4-8EA4-81147A952954}" type="presParOf" srcId="{98DCBDA0-1EEC-4A5A-8DA4-CFAC47668742}" destId="{D3693288-A922-49FC-B624-C0D014ED4DED}" srcOrd="6" destOrd="0" presId="urn:microsoft.com/office/officeart/2018/2/layout/IconLabelList"/>
    <dgm:cxn modelId="{D922C03C-4E3C-4393-8095-D4C5895AF4FE}" type="presParOf" srcId="{D3693288-A922-49FC-B624-C0D014ED4DED}" destId="{53008B64-4E76-4A89-8B63-191EB1818495}" srcOrd="0" destOrd="0" presId="urn:microsoft.com/office/officeart/2018/2/layout/IconLabelList"/>
    <dgm:cxn modelId="{8EA60F21-63CA-4F4C-ACF5-C355B1718EBF}" type="presParOf" srcId="{D3693288-A922-49FC-B624-C0D014ED4DED}" destId="{36A33EEB-C4B4-49B5-83D3-099A50978DA3}" srcOrd="1" destOrd="0" presId="urn:microsoft.com/office/officeart/2018/2/layout/IconLabelList"/>
    <dgm:cxn modelId="{8A00F80E-F338-4629-9368-395FED7ADD5A}" type="presParOf" srcId="{D3693288-A922-49FC-B624-C0D014ED4DED}" destId="{7D124B12-5A44-4F34-9406-ADBFB5FCFBE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CF6A1-1785-4446-98D5-B0D6C10CAC17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Source: Kaggle - World Energy Consumption</a:t>
          </a:r>
        </a:p>
      </dsp:txBody>
      <dsp:txXfrm>
        <a:off x="429570" y="472"/>
        <a:ext cx="3346456" cy="2007873"/>
      </dsp:txXfrm>
    </dsp:sp>
    <dsp:sp modelId="{AD343A91-4D93-B842-B4CC-630788DB1390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129 features per record, including GDP, energy production by type, population</a:t>
          </a:r>
        </a:p>
      </dsp:txBody>
      <dsp:txXfrm>
        <a:off x="4110672" y="472"/>
        <a:ext cx="3346456" cy="2007873"/>
      </dsp:txXfrm>
    </dsp:sp>
    <dsp:sp modelId="{322C62CE-56C7-9340-B536-B89C25531D36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~22,000 country-year records</a:t>
          </a:r>
        </a:p>
      </dsp:txBody>
      <dsp:txXfrm>
        <a:off x="429570" y="2342991"/>
        <a:ext cx="3346456" cy="2007873"/>
      </dsp:txXfrm>
    </dsp:sp>
    <dsp:sp modelId="{E071F8BF-368C-504B-9F75-E42DF043E710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Target variable: solar energy consumption (TWh)</a:t>
          </a:r>
        </a:p>
      </dsp:txBody>
      <dsp:txXfrm>
        <a:off x="4110672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1E33A-80CA-4ADF-944A-14A85B2C76E5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BCFD6-687B-4274-BC2B-485E2CCC414A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E1401-670D-455F-8CB4-AA876F1ED160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cleaning: Removed null-heavy columns</a:t>
          </a:r>
        </a:p>
      </dsp:txBody>
      <dsp:txXfrm>
        <a:off x="1366323" y="800136"/>
        <a:ext cx="2370505" cy="1005669"/>
      </dsp:txXfrm>
    </dsp:sp>
    <dsp:sp modelId="{1AED57B2-5A42-4481-B00C-98527CA91744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176D0-0B52-4080-A6F2-2825755EC437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DFC89-AF27-416C-8F92-FBD27FDA0669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 engineering: GDP per capita, solar per million people</a:t>
          </a:r>
        </a:p>
      </dsp:txBody>
      <dsp:txXfrm>
        <a:off x="5371040" y="800136"/>
        <a:ext cx="2370505" cy="1005669"/>
      </dsp:txXfrm>
    </dsp:sp>
    <dsp:sp modelId="{5D98FF48-5720-4A81-8BC8-D10FC3E5ED2E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BB3BC-D016-4084-B67B-33A23AF63F8F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E5BB7-3ECF-4D42-AAE8-54B8861B06F1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EDA: Correlation matrices, distribution analysis, time series</a:t>
          </a:r>
        </a:p>
      </dsp:txBody>
      <dsp:txXfrm>
        <a:off x="1366323" y="2545532"/>
        <a:ext cx="2370505" cy="1005669"/>
      </dsp:txXfrm>
    </dsp:sp>
    <dsp:sp modelId="{0D8D04E9-A97B-445C-A2E4-95FC055FC257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897E6-A6B0-4130-9C40-2745076BFB98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50C29-022D-4B1E-A3D8-68BA674B38DB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Modeling: Linear regression baseline</a:t>
          </a:r>
        </a:p>
      </dsp:txBody>
      <dsp:txXfrm>
        <a:off x="5371040" y="2545532"/>
        <a:ext cx="2370505" cy="100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B801E-BA39-B646-A10C-8F8DC2025652}">
      <dsp:nvSpPr>
        <dsp:cNvPr id="0" name=""/>
        <dsp:cNvSpPr/>
      </dsp:nvSpPr>
      <dsp:spPr>
        <a:xfrm>
          <a:off x="1680699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778564"/>
        <a:ext cx="19330" cy="3866"/>
      </dsp:txXfrm>
    </dsp:sp>
    <dsp:sp modelId="{78954D23-CA5E-5546-AB5A-F5EC649F0B61}">
      <dsp:nvSpPr>
        <dsp:cNvPr id="0" name=""/>
        <dsp:cNvSpPr/>
      </dsp:nvSpPr>
      <dsp:spPr>
        <a:xfrm>
          <a:off x="1569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 Performance:</a:t>
          </a:r>
        </a:p>
      </dsp:txBody>
      <dsp:txXfrm>
        <a:off x="1569" y="276218"/>
        <a:ext cx="1680929" cy="1008557"/>
      </dsp:txXfrm>
    </dsp:sp>
    <dsp:sp modelId="{039B5329-981C-BB4E-BDD9-65DDF844494D}">
      <dsp:nvSpPr>
        <dsp:cNvPr id="0" name=""/>
        <dsp:cNvSpPr/>
      </dsp:nvSpPr>
      <dsp:spPr>
        <a:xfrm>
          <a:off x="3748243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778564"/>
        <a:ext cx="19330" cy="3866"/>
      </dsp:txXfrm>
    </dsp:sp>
    <dsp:sp modelId="{A872A45C-8197-C84A-9A41-42149CA07093}">
      <dsp:nvSpPr>
        <dsp:cNvPr id="0" name=""/>
        <dsp:cNvSpPr/>
      </dsp:nvSpPr>
      <dsp:spPr>
        <a:xfrm>
          <a:off x="2069113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520169"/>
                <a:satOff val="-649"/>
                <a:lumOff val="15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20169"/>
                <a:satOff val="-649"/>
                <a:lumOff val="15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Linear Regression: RMSE = 39.41, R² = -1.27</a:t>
          </a:r>
        </a:p>
      </dsp:txBody>
      <dsp:txXfrm>
        <a:off x="2069113" y="276218"/>
        <a:ext cx="1680929" cy="1008557"/>
      </dsp:txXfrm>
    </dsp:sp>
    <dsp:sp modelId="{6AEEECA7-7475-8842-B8F2-112FA3E1E0D8}">
      <dsp:nvSpPr>
        <dsp:cNvPr id="0" name=""/>
        <dsp:cNvSpPr/>
      </dsp:nvSpPr>
      <dsp:spPr>
        <a:xfrm>
          <a:off x="5815786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778564"/>
        <a:ext cx="19330" cy="3866"/>
      </dsp:txXfrm>
    </dsp:sp>
    <dsp:sp modelId="{EC5EF21B-6B38-094B-972F-63E512A50462}">
      <dsp:nvSpPr>
        <dsp:cNvPr id="0" name=""/>
        <dsp:cNvSpPr/>
      </dsp:nvSpPr>
      <dsp:spPr>
        <a:xfrm>
          <a:off x="4136656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040338"/>
                <a:satOff val="-1298"/>
                <a:lumOff val="30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040338"/>
                <a:satOff val="-1298"/>
                <a:lumOff val="30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Random Forest: RMSE = 9.00, R² = 0.88</a:t>
          </a:r>
        </a:p>
      </dsp:txBody>
      <dsp:txXfrm>
        <a:off x="4136656" y="276218"/>
        <a:ext cx="1680929" cy="1008557"/>
      </dsp:txXfrm>
    </dsp:sp>
    <dsp:sp modelId="{3E422636-A89F-0B4A-9209-8BAAA568772F}">
      <dsp:nvSpPr>
        <dsp:cNvPr id="0" name=""/>
        <dsp:cNvSpPr/>
      </dsp:nvSpPr>
      <dsp:spPr>
        <a:xfrm>
          <a:off x="842034" y="1282976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1459049"/>
        <a:ext cx="310733" cy="3866"/>
      </dsp:txXfrm>
    </dsp:sp>
    <dsp:sp modelId="{A00DAFA6-72DA-5049-BBD0-C0975DEB7E41}">
      <dsp:nvSpPr>
        <dsp:cNvPr id="0" name=""/>
        <dsp:cNvSpPr/>
      </dsp:nvSpPr>
      <dsp:spPr>
        <a:xfrm>
          <a:off x="6204200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XGBoost: RMSE = 9.92, R² = 0.86</a:t>
          </a:r>
        </a:p>
      </dsp:txBody>
      <dsp:txXfrm>
        <a:off x="6204200" y="276218"/>
        <a:ext cx="1680929" cy="1008557"/>
      </dsp:txXfrm>
    </dsp:sp>
    <dsp:sp modelId="{AA682350-A420-414A-9DD9-E18C60E051EB}">
      <dsp:nvSpPr>
        <dsp:cNvPr id="0" name=""/>
        <dsp:cNvSpPr/>
      </dsp:nvSpPr>
      <dsp:spPr>
        <a:xfrm>
          <a:off x="1680699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2173735"/>
        <a:ext cx="19330" cy="3866"/>
      </dsp:txXfrm>
    </dsp:sp>
    <dsp:sp modelId="{BDC3359C-8933-0F43-BFC6-876C21CF8AD5}">
      <dsp:nvSpPr>
        <dsp:cNvPr id="0" name=""/>
        <dsp:cNvSpPr/>
      </dsp:nvSpPr>
      <dsp:spPr>
        <a:xfrm>
          <a:off x="1569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080676"/>
                <a:satOff val="-2595"/>
                <a:lumOff val="61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080676"/>
                <a:satOff val="-2595"/>
                <a:lumOff val="61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K-Nearest Neighbors: RMSE = 14.04, R² = 0.72</a:t>
          </a:r>
        </a:p>
      </dsp:txBody>
      <dsp:txXfrm>
        <a:off x="1569" y="1671390"/>
        <a:ext cx="1680929" cy="1008557"/>
      </dsp:txXfrm>
    </dsp:sp>
    <dsp:sp modelId="{0D5B1084-19FA-7E4B-9288-67490DF58727}">
      <dsp:nvSpPr>
        <dsp:cNvPr id="0" name=""/>
        <dsp:cNvSpPr/>
      </dsp:nvSpPr>
      <dsp:spPr>
        <a:xfrm>
          <a:off x="3748243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925950"/>
              <a:satOff val="-3649"/>
              <a:lumOff val="8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2173735"/>
        <a:ext cx="19330" cy="3866"/>
      </dsp:txXfrm>
    </dsp:sp>
    <dsp:sp modelId="{24D476DE-1C93-C145-B63A-8F58493D85E4}">
      <dsp:nvSpPr>
        <dsp:cNvPr id="0" name=""/>
        <dsp:cNvSpPr/>
      </dsp:nvSpPr>
      <dsp:spPr>
        <a:xfrm>
          <a:off x="2069113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600844"/>
                <a:satOff val="-3244"/>
                <a:lumOff val="76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600844"/>
                <a:satOff val="-3244"/>
                <a:lumOff val="76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Observations:</a:t>
          </a:r>
        </a:p>
      </dsp:txBody>
      <dsp:txXfrm>
        <a:off x="2069113" y="1671390"/>
        <a:ext cx="1680929" cy="1008557"/>
      </dsp:txXfrm>
    </dsp:sp>
    <dsp:sp modelId="{5EC8519D-E5FB-5943-BA4F-40571EFAAFD4}">
      <dsp:nvSpPr>
        <dsp:cNvPr id="0" name=""/>
        <dsp:cNvSpPr/>
      </dsp:nvSpPr>
      <dsp:spPr>
        <a:xfrm>
          <a:off x="5815786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40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2173735"/>
        <a:ext cx="19330" cy="3866"/>
      </dsp:txXfrm>
    </dsp:sp>
    <dsp:sp modelId="{90F955A9-C4AC-1C46-B42A-442CA2E159C1}">
      <dsp:nvSpPr>
        <dsp:cNvPr id="0" name=""/>
        <dsp:cNvSpPr/>
      </dsp:nvSpPr>
      <dsp:spPr>
        <a:xfrm>
          <a:off x="4136656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Random Forest performed best overall.</a:t>
          </a:r>
        </a:p>
      </dsp:txBody>
      <dsp:txXfrm>
        <a:off x="4136656" y="1671390"/>
        <a:ext cx="1680929" cy="1008557"/>
      </dsp:txXfrm>
    </dsp:sp>
    <dsp:sp modelId="{099E258F-C941-0140-8C95-74435E1622B0}">
      <dsp:nvSpPr>
        <dsp:cNvPr id="0" name=""/>
        <dsp:cNvSpPr/>
      </dsp:nvSpPr>
      <dsp:spPr>
        <a:xfrm>
          <a:off x="842034" y="2678147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4096330"/>
              <a:satOff val="-5109"/>
              <a:lumOff val="12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2854221"/>
        <a:ext cx="310733" cy="3866"/>
      </dsp:txXfrm>
    </dsp:sp>
    <dsp:sp modelId="{82F894AB-862F-E642-92F5-098D35B8EECC}">
      <dsp:nvSpPr>
        <dsp:cNvPr id="0" name=""/>
        <dsp:cNvSpPr/>
      </dsp:nvSpPr>
      <dsp:spPr>
        <a:xfrm>
          <a:off x="6204200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641182"/>
                <a:satOff val="-4541"/>
                <a:lumOff val="106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641182"/>
                <a:satOff val="-4541"/>
                <a:lumOff val="106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XGBoost was nearly as strong.</a:t>
          </a:r>
        </a:p>
      </dsp:txBody>
      <dsp:txXfrm>
        <a:off x="6204200" y="1671390"/>
        <a:ext cx="1680929" cy="1008557"/>
      </dsp:txXfrm>
    </dsp:sp>
    <dsp:sp modelId="{DDBB23C6-C05A-1749-BA8B-EDD7D86B6503}">
      <dsp:nvSpPr>
        <dsp:cNvPr id="0" name=""/>
        <dsp:cNvSpPr/>
      </dsp:nvSpPr>
      <dsp:spPr>
        <a:xfrm>
          <a:off x="1680699" y="3525120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3568907"/>
        <a:ext cx="19330" cy="3866"/>
      </dsp:txXfrm>
    </dsp:sp>
    <dsp:sp modelId="{FAAFA7B3-DF8C-8E45-92CC-C868517D69E4}">
      <dsp:nvSpPr>
        <dsp:cNvPr id="0" name=""/>
        <dsp:cNvSpPr/>
      </dsp:nvSpPr>
      <dsp:spPr>
        <a:xfrm>
          <a:off x="1569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161351"/>
                <a:satOff val="-5190"/>
                <a:lumOff val="122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161351"/>
                <a:satOff val="-5190"/>
                <a:lumOff val="122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KNN provided a good middle-ground baseline.</a:t>
          </a:r>
        </a:p>
      </dsp:txBody>
      <dsp:txXfrm>
        <a:off x="1569" y="3066561"/>
        <a:ext cx="1680929" cy="1008557"/>
      </dsp:txXfrm>
    </dsp:sp>
    <dsp:sp modelId="{939C7513-B006-8347-8498-BD5D2591CA28}">
      <dsp:nvSpPr>
        <dsp:cNvPr id="0" name=""/>
        <dsp:cNvSpPr/>
      </dsp:nvSpPr>
      <dsp:spPr>
        <a:xfrm>
          <a:off x="2069113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Linear Regression was the weakest, validating need for non-linear models.</a:t>
          </a:r>
        </a:p>
      </dsp:txBody>
      <dsp:txXfrm>
        <a:off x="2069113" y="3066561"/>
        <a:ext cx="1680929" cy="10085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ED801-8FAB-4130-96FA-65ADD9E22E5E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B3BA0-A2F4-4682-A13C-1877F68D8957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Integrate weather data (sunlight hours, temperature)</a:t>
          </a:r>
        </a:p>
      </dsp:txBody>
      <dsp:txXfrm>
        <a:off x="2092" y="2349886"/>
        <a:ext cx="1741992" cy="696796"/>
      </dsp:txXfrm>
    </dsp:sp>
    <dsp:sp modelId="{97106408-396B-48EB-B359-26A234DE0632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C3C93-C108-44FE-B469-4816C1FB1B68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policy/geographic indicators (subsidies, latitude, altitude)</a:t>
          </a:r>
        </a:p>
      </dsp:txBody>
      <dsp:txXfrm>
        <a:off x="2048933" y="2349886"/>
        <a:ext cx="1741992" cy="696796"/>
      </dsp:txXfrm>
    </dsp:sp>
    <dsp:sp modelId="{147F2B99-2338-4B61-9217-609DC0BC9FB6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1DBA7-B917-4880-9D00-2CFB9D8953CD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tree-based models or deep learning</a:t>
          </a:r>
        </a:p>
      </dsp:txBody>
      <dsp:txXfrm>
        <a:off x="4095774" y="2349886"/>
        <a:ext cx="1741992" cy="696796"/>
      </dsp:txXfrm>
    </dsp:sp>
    <dsp:sp modelId="{53008B64-4E76-4A89-8B63-191EB1818495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24B12-5A44-4F34-9406-ADBFB5FCFBED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a dashboard for dynamic forecasting</a:t>
          </a:r>
        </a:p>
      </dsp:txBody>
      <dsp:txXfrm>
        <a:off x="6142615" y="2349886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8AEE2-8869-BD44-BB1C-1B9B5D3C7053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B5AA9-1D8D-B744-A1EF-3DDB3998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4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B5AA9-1D8D-B744-A1EF-3DDB39988C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9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/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Predicting Solar Energy Output Using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Capstone Project | AI/ML Certificate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CA482-6683-2714-17F1-E16A64D84187}"/>
              </a:ext>
            </a:extLst>
          </p:cNvPr>
          <p:cNvSpPr txBox="1"/>
          <p:nvPr/>
        </p:nvSpPr>
        <p:spPr>
          <a:xfrm>
            <a:off x="6390290" y="5507421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Junaid Mustafa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What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Solar energy is clean, but unpredictable.</a:t>
            </a:r>
          </a:p>
          <a:p>
            <a:r>
              <a:rPr lang="en-US" sz="1600">
                <a:solidFill>
                  <a:schemeClr val="tx2"/>
                </a:solidFill>
              </a:rPr>
              <a:t>Fluctuations in sunlight, climate, and adoption rates make solar output hard to forecast.</a:t>
            </a:r>
          </a:p>
          <a:p>
            <a:r>
              <a:rPr lang="en-US" sz="1600">
                <a:solidFill>
                  <a:schemeClr val="tx2"/>
                </a:solidFill>
              </a:rPr>
              <a:t>Governments and grid operators need forecasts for planning energy supply, investments, and storage.</a:t>
            </a:r>
          </a:p>
          <a:p>
            <a:r>
              <a:rPr lang="en-US" sz="1600">
                <a:solidFill>
                  <a:schemeClr val="tx2"/>
                </a:solidFill>
              </a:rPr>
              <a:t>Can we forecast solar output using only economic indicators like GDP and population?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E13595-3F99-9BAB-5BFD-F2A184C56B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Data Set Information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4CA1DB-FF83-B7BC-591F-33FF77CDD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0540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How was this approached?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1805BD-7D9A-4CB9-30EB-14A9793CB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3884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Solar Consumption Over Time</a:t>
            </a:r>
          </a:p>
        </p:txBody>
      </p:sp>
      <p:pic>
        <p:nvPicPr>
          <p:cNvPr id="3" name="Picture 2" descr="63ad4b55-d04f-4495-a880-55e33fb4b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2264285"/>
            <a:ext cx="4203477" cy="2311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FFFFF"/>
                </a:solidFill>
              </a:rPr>
              <a:t>Correlation Matrix (Selected Features)</a:t>
            </a:r>
          </a:p>
        </p:txBody>
      </p:sp>
      <p:pic>
        <p:nvPicPr>
          <p:cNvPr id="3" name="Picture 2" descr="56B8294D-F889-49C0-94C7-E44CA1A215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1228346"/>
            <a:ext cx="5085525" cy="4398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bar graph&#10;&#10;Description automatically generated">
            <a:extLst>
              <a:ext uri="{FF2B5EF4-FFF2-40B4-BE49-F238E27FC236}">
                <a16:creationId xmlns:a16="http://schemas.microsoft.com/office/drawing/2014/main" id="{EB44492D-425A-7C9F-73E4-248A35B17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600" y="1414971"/>
            <a:ext cx="8178799" cy="402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2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FE2E8E-1964-2843-4B2D-813C2C6000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Model Comparison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AFC8F4-B317-F68B-A803-1D7FDE9B41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Further Enhancements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C3244B-58D4-8016-003E-FBBFB9AF9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13461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283</Words>
  <Application>Microsoft Macintosh PowerPoint</Application>
  <PresentationFormat>On-screen Show (4:3)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Predicting Solar Energy Output Using ML</vt:lpstr>
      <vt:lpstr>What Are We Solving?</vt:lpstr>
      <vt:lpstr>Data Set Information</vt:lpstr>
      <vt:lpstr>How was this approached?</vt:lpstr>
      <vt:lpstr>Solar Consumption Over Time</vt:lpstr>
      <vt:lpstr>Correlation Matrix (Selected Features)</vt:lpstr>
      <vt:lpstr>PowerPoint Presentation</vt:lpstr>
      <vt:lpstr>Model Comparison Summary</vt:lpstr>
      <vt:lpstr>Further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Junaid Mustafa</cp:lastModifiedBy>
  <cp:revision>7</cp:revision>
  <dcterms:created xsi:type="dcterms:W3CDTF">2013-01-27T09:14:16Z</dcterms:created>
  <dcterms:modified xsi:type="dcterms:W3CDTF">2025-05-30T04:44:07Z</dcterms:modified>
  <cp:category/>
</cp:coreProperties>
</file>